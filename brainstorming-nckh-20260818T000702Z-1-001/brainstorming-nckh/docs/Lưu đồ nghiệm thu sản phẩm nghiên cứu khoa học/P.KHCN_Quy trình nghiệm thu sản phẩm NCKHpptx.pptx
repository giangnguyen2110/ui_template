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1805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9"/>
    <a:srgbClr val="A20000"/>
    <a:srgbClr val="F9F3FF"/>
    <a:srgbClr val="F0E1FF"/>
    <a:srgbClr val="7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20"/>
    <p:restoredTop sz="94696"/>
  </p:normalViewPr>
  <p:slideViewPr>
    <p:cSldViewPr snapToGrid="0" snapToObjects="1">
      <p:cViewPr>
        <p:scale>
          <a:sx n="125" d="100"/>
          <a:sy n="125" d="100"/>
        </p:scale>
        <p:origin x="2010" y="-2508"/>
      </p:cViewPr>
      <p:guideLst>
        <p:guide orient="horz" pos="289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1" d="100"/>
          <a:sy n="71" d="100"/>
        </p:scale>
        <p:origin x="295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y Nguyễn" userId="eca1d395-c549-4fe9-943c-1e19f4673c01" providerId="ADAL" clId="{863422FF-BF9A-B043-8006-030D9347C802}"/>
    <pc:docChg chg="modNotesMaster">
      <pc:chgData name="Duy Nguyễn" userId="eca1d395-c549-4fe9-943c-1e19f4673c01" providerId="ADAL" clId="{863422FF-BF9A-B043-8006-030D9347C802}" dt="2025-07-30T03:30:09.280" v="12" actId="6549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97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51912"/>
            <a:ext cx="5829300" cy="19678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202291"/>
            <a:ext cx="4800600" cy="234613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1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2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34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43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5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6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69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99331"/>
            <a:ext cx="5829300" cy="1823352"/>
          </a:xfrm>
        </p:spPr>
        <p:txBody>
          <a:bodyPr anchor="t"/>
          <a:lstStyle>
            <a:lvl1pPr algn="l">
              <a:defRPr sz="578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91094"/>
            <a:ext cx="5829300" cy="2008236"/>
          </a:xfrm>
        </p:spPr>
        <p:txBody>
          <a:bodyPr anchor="b"/>
          <a:lstStyle>
            <a:lvl1pPr marL="0" indent="0">
              <a:buNone/>
              <a:defRPr sz="2891">
                <a:solidFill>
                  <a:schemeClr val="tx1">
                    <a:tint val="75000"/>
                  </a:schemeClr>
                </a:solidFill>
              </a:defRPr>
            </a:lvl1pPr>
            <a:lvl2pPr marL="660865" indent="0">
              <a:buNone/>
              <a:defRPr sz="2602">
                <a:solidFill>
                  <a:schemeClr val="tx1">
                    <a:tint val="75000"/>
                  </a:schemeClr>
                </a:solidFill>
              </a:defRPr>
            </a:lvl2pPr>
            <a:lvl3pPr marL="1321732" indent="0">
              <a:buNone/>
              <a:defRPr sz="2312">
                <a:solidFill>
                  <a:schemeClr val="tx1">
                    <a:tint val="75000"/>
                  </a:schemeClr>
                </a:solidFill>
              </a:defRPr>
            </a:lvl3pPr>
            <a:lvl4pPr marL="1982597" indent="0">
              <a:buNone/>
              <a:defRPr sz="2024">
                <a:solidFill>
                  <a:schemeClr val="tx1">
                    <a:tint val="75000"/>
                  </a:schemeClr>
                </a:solidFill>
              </a:defRPr>
            </a:lvl4pPr>
            <a:lvl5pPr marL="2643463" indent="0">
              <a:buNone/>
              <a:defRPr sz="2024">
                <a:solidFill>
                  <a:schemeClr val="tx1">
                    <a:tint val="75000"/>
                  </a:schemeClr>
                </a:solidFill>
              </a:defRPr>
            </a:lvl5pPr>
            <a:lvl6pPr marL="3304329" indent="0">
              <a:buNone/>
              <a:defRPr sz="2024">
                <a:solidFill>
                  <a:schemeClr val="tx1">
                    <a:tint val="75000"/>
                  </a:schemeClr>
                </a:solidFill>
              </a:defRPr>
            </a:lvl6pPr>
            <a:lvl7pPr marL="3965195" indent="0">
              <a:buNone/>
              <a:defRPr sz="2024">
                <a:solidFill>
                  <a:schemeClr val="tx1">
                    <a:tint val="75000"/>
                  </a:schemeClr>
                </a:solidFill>
              </a:defRPr>
            </a:lvl7pPr>
            <a:lvl8pPr marL="4626060" indent="0">
              <a:buNone/>
              <a:defRPr sz="2024">
                <a:solidFill>
                  <a:schemeClr val="tx1">
                    <a:tint val="75000"/>
                  </a:schemeClr>
                </a:solidFill>
              </a:defRPr>
            </a:lvl8pPr>
            <a:lvl9pPr marL="5286927" indent="0">
              <a:buNone/>
              <a:defRPr sz="20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42122"/>
            <a:ext cx="3028950" cy="6058715"/>
          </a:xfrm>
        </p:spPr>
        <p:txBody>
          <a:bodyPr/>
          <a:lstStyle>
            <a:lvl1pPr>
              <a:defRPr sz="4048"/>
            </a:lvl1pPr>
            <a:lvl2pPr>
              <a:defRPr sz="3469"/>
            </a:lvl2pPr>
            <a:lvl3pPr>
              <a:defRPr sz="2891"/>
            </a:lvl3pPr>
            <a:lvl4pPr>
              <a:defRPr sz="2602"/>
            </a:lvl4pPr>
            <a:lvl5pPr>
              <a:defRPr sz="2602"/>
            </a:lvl5pPr>
            <a:lvl6pPr>
              <a:defRPr sz="2602"/>
            </a:lvl6pPr>
            <a:lvl7pPr>
              <a:defRPr sz="2602"/>
            </a:lvl7pPr>
            <a:lvl8pPr>
              <a:defRPr sz="2602"/>
            </a:lvl8pPr>
            <a:lvl9pPr>
              <a:defRPr sz="2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42122"/>
            <a:ext cx="3028950" cy="6058715"/>
          </a:xfrm>
        </p:spPr>
        <p:txBody>
          <a:bodyPr/>
          <a:lstStyle>
            <a:lvl1pPr>
              <a:defRPr sz="4048"/>
            </a:lvl1pPr>
            <a:lvl2pPr>
              <a:defRPr sz="3469"/>
            </a:lvl2pPr>
            <a:lvl3pPr>
              <a:defRPr sz="2891"/>
            </a:lvl3pPr>
            <a:lvl4pPr>
              <a:defRPr sz="2602"/>
            </a:lvl4pPr>
            <a:lvl5pPr>
              <a:defRPr sz="2602"/>
            </a:lvl5pPr>
            <a:lvl6pPr>
              <a:defRPr sz="2602"/>
            </a:lvl6pPr>
            <a:lvl7pPr>
              <a:defRPr sz="2602"/>
            </a:lvl7pPr>
            <a:lvl8pPr>
              <a:defRPr sz="2602"/>
            </a:lvl8pPr>
            <a:lvl9pPr>
              <a:defRPr sz="2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54990"/>
            <a:ext cx="3030141" cy="856423"/>
          </a:xfrm>
        </p:spPr>
        <p:txBody>
          <a:bodyPr anchor="b"/>
          <a:lstStyle>
            <a:lvl1pPr marL="0" indent="0">
              <a:buNone/>
              <a:defRPr sz="3469" b="1"/>
            </a:lvl1pPr>
            <a:lvl2pPr marL="660865" indent="0">
              <a:buNone/>
              <a:defRPr sz="2891" b="1"/>
            </a:lvl2pPr>
            <a:lvl3pPr marL="1321732" indent="0">
              <a:buNone/>
              <a:defRPr sz="2602" b="1"/>
            </a:lvl3pPr>
            <a:lvl4pPr marL="1982597" indent="0">
              <a:buNone/>
              <a:defRPr sz="2312" b="1"/>
            </a:lvl4pPr>
            <a:lvl5pPr marL="2643463" indent="0">
              <a:buNone/>
              <a:defRPr sz="2312" b="1"/>
            </a:lvl5pPr>
            <a:lvl6pPr marL="3304329" indent="0">
              <a:buNone/>
              <a:defRPr sz="2312" b="1"/>
            </a:lvl6pPr>
            <a:lvl7pPr marL="3965195" indent="0">
              <a:buNone/>
              <a:defRPr sz="2312" b="1"/>
            </a:lvl7pPr>
            <a:lvl8pPr marL="4626060" indent="0">
              <a:buNone/>
              <a:defRPr sz="2312" b="1"/>
            </a:lvl8pPr>
            <a:lvl9pPr marL="5286927" indent="0">
              <a:buNone/>
              <a:defRPr sz="23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11413"/>
            <a:ext cx="3030141" cy="5289421"/>
          </a:xfrm>
        </p:spPr>
        <p:txBody>
          <a:bodyPr/>
          <a:lstStyle>
            <a:lvl1pPr>
              <a:defRPr sz="3469"/>
            </a:lvl1pPr>
            <a:lvl2pPr>
              <a:defRPr sz="2891"/>
            </a:lvl2pPr>
            <a:lvl3pPr>
              <a:defRPr sz="2602"/>
            </a:lvl3pPr>
            <a:lvl4pPr>
              <a:defRPr sz="2312"/>
            </a:lvl4pPr>
            <a:lvl5pPr>
              <a:defRPr sz="2312"/>
            </a:lvl5pPr>
            <a:lvl6pPr>
              <a:defRPr sz="2312"/>
            </a:lvl6pPr>
            <a:lvl7pPr>
              <a:defRPr sz="2312"/>
            </a:lvl7pPr>
            <a:lvl8pPr>
              <a:defRPr sz="2312"/>
            </a:lvl8pPr>
            <a:lvl9pPr>
              <a:defRPr sz="23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2" y="2054990"/>
            <a:ext cx="3031331" cy="856423"/>
          </a:xfrm>
        </p:spPr>
        <p:txBody>
          <a:bodyPr anchor="b"/>
          <a:lstStyle>
            <a:lvl1pPr marL="0" indent="0">
              <a:buNone/>
              <a:defRPr sz="3469" b="1"/>
            </a:lvl1pPr>
            <a:lvl2pPr marL="660865" indent="0">
              <a:buNone/>
              <a:defRPr sz="2891" b="1"/>
            </a:lvl2pPr>
            <a:lvl3pPr marL="1321732" indent="0">
              <a:buNone/>
              <a:defRPr sz="2602" b="1"/>
            </a:lvl3pPr>
            <a:lvl4pPr marL="1982597" indent="0">
              <a:buNone/>
              <a:defRPr sz="2312" b="1"/>
            </a:lvl4pPr>
            <a:lvl5pPr marL="2643463" indent="0">
              <a:buNone/>
              <a:defRPr sz="2312" b="1"/>
            </a:lvl5pPr>
            <a:lvl6pPr marL="3304329" indent="0">
              <a:buNone/>
              <a:defRPr sz="2312" b="1"/>
            </a:lvl6pPr>
            <a:lvl7pPr marL="3965195" indent="0">
              <a:buNone/>
              <a:defRPr sz="2312" b="1"/>
            </a:lvl7pPr>
            <a:lvl8pPr marL="4626060" indent="0">
              <a:buNone/>
              <a:defRPr sz="2312" b="1"/>
            </a:lvl8pPr>
            <a:lvl9pPr marL="5286927" indent="0">
              <a:buNone/>
              <a:defRPr sz="23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2" y="2911413"/>
            <a:ext cx="3031331" cy="5289421"/>
          </a:xfrm>
        </p:spPr>
        <p:txBody>
          <a:bodyPr/>
          <a:lstStyle>
            <a:lvl1pPr>
              <a:defRPr sz="3469"/>
            </a:lvl1pPr>
            <a:lvl2pPr>
              <a:defRPr sz="2891"/>
            </a:lvl2pPr>
            <a:lvl3pPr>
              <a:defRPr sz="2602"/>
            </a:lvl3pPr>
            <a:lvl4pPr>
              <a:defRPr sz="2312"/>
            </a:lvl4pPr>
            <a:lvl5pPr>
              <a:defRPr sz="2312"/>
            </a:lvl5pPr>
            <a:lvl6pPr>
              <a:defRPr sz="2312"/>
            </a:lvl6pPr>
            <a:lvl7pPr>
              <a:defRPr sz="2312"/>
            </a:lvl7pPr>
            <a:lvl8pPr>
              <a:defRPr sz="2312"/>
            </a:lvl8pPr>
            <a:lvl9pPr>
              <a:defRPr sz="23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65521"/>
            <a:ext cx="2256235" cy="1555586"/>
          </a:xfrm>
        </p:spPr>
        <p:txBody>
          <a:bodyPr anchor="b"/>
          <a:lstStyle>
            <a:lvl1pPr algn="l">
              <a:defRPr sz="289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65523"/>
            <a:ext cx="3833813" cy="7835313"/>
          </a:xfrm>
        </p:spPr>
        <p:txBody>
          <a:bodyPr/>
          <a:lstStyle>
            <a:lvl1pPr>
              <a:defRPr sz="4626"/>
            </a:lvl1pPr>
            <a:lvl2pPr>
              <a:defRPr sz="4048"/>
            </a:lvl2pPr>
            <a:lvl3pPr>
              <a:defRPr sz="3469"/>
            </a:lvl3pPr>
            <a:lvl4pPr>
              <a:defRPr sz="2891"/>
            </a:lvl4pPr>
            <a:lvl5pPr>
              <a:defRPr sz="2891"/>
            </a:lvl5pPr>
            <a:lvl6pPr>
              <a:defRPr sz="2891"/>
            </a:lvl6pPr>
            <a:lvl7pPr>
              <a:defRPr sz="2891"/>
            </a:lvl7pPr>
            <a:lvl8pPr>
              <a:defRPr sz="2891"/>
            </a:lvl8pPr>
            <a:lvl9pPr>
              <a:defRPr sz="28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2" y="1921109"/>
            <a:ext cx="2256235" cy="6279727"/>
          </a:xfrm>
        </p:spPr>
        <p:txBody>
          <a:bodyPr/>
          <a:lstStyle>
            <a:lvl1pPr marL="0" indent="0">
              <a:buNone/>
              <a:defRPr sz="2024"/>
            </a:lvl1pPr>
            <a:lvl2pPr marL="660865" indent="0">
              <a:buNone/>
              <a:defRPr sz="1734"/>
            </a:lvl2pPr>
            <a:lvl3pPr marL="1321732" indent="0">
              <a:buNone/>
              <a:defRPr sz="1446"/>
            </a:lvl3pPr>
            <a:lvl4pPr marL="1982597" indent="0">
              <a:buNone/>
              <a:defRPr sz="1300"/>
            </a:lvl4pPr>
            <a:lvl5pPr marL="2643463" indent="0">
              <a:buNone/>
              <a:defRPr sz="1300"/>
            </a:lvl5pPr>
            <a:lvl6pPr marL="3304329" indent="0">
              <a:buNone/>
              <a:defRPr sz="1300"/>
            </a:lvl6pPr>
            <a:lvl7pPr marL="3965195" indent="0">
              <a:buNone/>
              <a:defRPr sz="1300"/>
            </a:lvl7pPr>
            <a:lvl8pPr marL="4626060" indent="0">
              <a:buNone/>
              <a:defRPr sz="1300"/>
            </a:lvl8pPr>
            <a:lvl9pPr marL="528692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26359"/>
            <a:ext cx="4114800" cy="758668"/>
          </a:xfrm>
        </p:spPr>
        <p:txBody>
          <a:bodyPr anchor="b"/>
          <a:lstStyle>
            <a:lvl1pPr algn="l">
              <a:defRPr sz="289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20296"/>
            <a:ext cx="4114800" cy="5508308"/>
          </a:xfrm>
        </p:spPr>
        <p:txBody>
          <a:bodyPr/>
          <a:lstStyle>
            <a:lvl1pPr marL="0" indent="0">
              <a:buNone/>
              <a:defRPr sz="4626"/>
            </a:lvl1pPr>
            <a:lvl2pPr marL="660865" indent="0">
              <a:buNone/>
              <a:defRPr sz="4048"/>
            </a:lvl2pPr>
            <a:lvl3pPr marL="1321732" indent="0">
              <a:buNone/>
              <a:defRPr sz="3469"/>
            </a:lvl3pPr>
            <a:lvl4pPr marL="1982597" indent="0">
              <a:buNone/>
              <a:defRPr sz="2891"/>
            </a:lvl4pPr>
            <a:lvl5pPr marL="2643463" indent="0">
              <a:buNone/>
              <a:defRPr sz="2891"/>
            </a:lvl5pPr>
            <a:lvl6pPr marL="3304329" indent="0">
              <a:buNone/>
              <a:defRPr sz="2891"/>
            </a:lvl6pPr>
            <a:lvl7pPr marL="3965195" indent="0">
              <a:buNone/>
              <a:defRPr sz="2891"/>
            </a:lvl7pPr>
            <a:lvl8pPr marL="4626060" indent="0">
              <a:buNone/>
              <a:defRPr sz="2891"/>
            </a:lvl8pPr>
            <a:lvl9pPr marL="5286927" indent="0">
              <a:buNone/>
              <a:defRPr sz="289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85028"/>
            <a:ext cx="4114800" cy="1077434"/>
          </a:xfrm>
        </p:spPr>
        <p:txBody>
          <a:bodyPr/>
          <a:lstStyle>
            <a:lvl1pPr marL="0" indent="0">
              <a:buNone/>
              <a:defRPr sz="2024"/>
            </a:lvl1pPr>
            <a:lvl2pPr marL="660865" indent="0">
              <a:buNone/>
              <a:defRPr sz="1734"/>
            </a:lvl2pPr>
            <a:lvl3pPr marL="1321732" indent="0">
              <a:buNone/>
              <a:defRPr sz="1446"/>
            </a:lvl3pPr>
            <a:lvl4pPr marL="1982597" indent="0">
              <a:buNone/>
              <a:defRPr sz="1300"/>
            </a:lvl4pPr>
            <a:lvl5pPr marL="2643463" indent="0">
              <a:buNone/>
              <a:defRPr sz="1300"/>
            </a:lvl5pPr>
            <a:lvl6pPr marL="3304329" indent="0">
              <a:buNone/>
              <a:defRPr sz="1300"/>
            </a:lvl6pPr>
            <a:lvl7pPr marL="3965195" indent="0">
              <a:buNone/>
              <a:defRPr sz="1300"/>
            </a:lvl7pPr>
            <a:lvl8pPr marL="4626060" indent="0">
              <a:buNone/>
              <a:defRPr sz="1300"/>
            </a:lvl8pPr>
            <a:lvl9pPr marL="528692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7648"/>
            <a:ext cx="1543050" cy="7833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7648"/>
            <a:ext cx="4514850" cy="7833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7646"/>
            <a:ext cx="6172200" cy="1530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42122"/>
            <a:ext cx="6172200" cy="6058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508978"/>
            <a:ext cx="1600200" cy="4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508978"/>
            <a:ext cx="2171700" cy="4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508978"/>
            <a:ext cx="1600200" cy="4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865" rtl="0" eaLnBrk="1" latinLnBrk="0" hangingPunct="1">
        <a:spcBef>
          <a:spcPct val="0"/>
        </a:spcBef>
        <a:buNone/>
        <a:defRPr sz="63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650" indent="-495650" algn="l" defTabSz="660865" rtl="0" eaLnBrk="1" latinLnBrk="0" hangingPunct="1">
        <a:spcBef>
          <a:spcPct val="20000"/>
        </a:spcBef>
        <a:buFont typeface="Arial"/>
        <a:buChar char="•"/>
        <a:defRPr sz="4626" kern="1200">
          <a:solidFill>
            <a:schemeClr val="tx1"/>
          </a:solidFill>
          <a:latin typeface="+mn-lt"/>
          <a:ea typeface="+mn-ea"/>
          <a:cs typeface="+mn-cs"/>
        </a:defRPr>
      </a:lvl1pPr>
      <a:lvl2pPr marL="1073907" indent="-413042" algn="l" defTabSz="660865" rtl="0" eaLnBrk="1" latinLnBrk="0" hangingPunct="1">
        <a:spcBef>
          <a:spcPct val="20000"/>
        </a:spcBef>
        <a:buFont typeface="Arial"/>
        <a:buChar char="–"/>
        <a:defRPr sz="4048" kern="1200">
          <a:solidFill>
            <a:schemeClr val="tx1"/>
          </a:solidFill>
          <a:latin typeface="+mn-lt"/>
          <a:ea typeface="+mn-ea"/>
          <a:cs typeface="+mn-cs"/>
        </a:defRPr>
      </a:lvl2pPr>
      <a:lvl3pPr marL="1652164" indent="-330433" algn="l" defTabSz="660865" rtl="0" eaLnBrk="1" latinLnBrk="0" hangingPunct="1">
        <a:spcBef>
          <a:spcPct val="20000"/>
        </a:spcBef>
        <a:buFont typeface="Arial"/>
        <a:buChar char="•"/>
        <a:defRPr sz="3469" kern="1200">
          <a:solidFill>
            <a:schemeClr val="tx1"/>
          </a:solidFill>
          <a:latin typeface="+mn-lt"/>
          <a:ea typeface="+mn-ea"/>
          <a:cs typeface="+mn-cs"/>
        </a:defRPr>
      </a:lvl3pPr>
      <a:lvl4pPr marL="2313031" indent="-330433" algn="l" defTabSz="660865" rtl="0" eaLnBrk="1" latinLnBrk="0" hangingPunct="1">
        <a:spcBef>
          <a:spcPct val="20000"/>
        </a:spcBef>
        <a:buFont typeface="Arial"/>
        <a:buChar char="–"/>
        <a:defRPr sz="2891" kern="1200">
          <a:solidFill>
            <a:schemeClr val="tx1"/>
          </a:solidFill>
          <a:latin typeface="+mn-lt"/>
          <a:ea typeface="+mn-ea"/>
          <a:cs typeface="+mn-cs"/>
        </a:defRPr>
      </a:lvl4pPr>
      <a:lvl5pPr marL="2973896" indent="-330433" algn="l" defTabSz="660865" rtl="0" eaLnBrk="1" latinLnBrk="0" hangingPunct="1">
        <a:spcBef>
          <a:spcPct val="20000"/>
        </a:spcBef>
        <a:buFont typeface="Arial"/>
        <a:buChar char="»"/>
        <a:defRPr sz="2891" kern="1200">
          <a:solidFill>
            <a:schemeClr val="tx1"/>
          </a:solidFill>
          <a:latin typeface="+mn-lt"/>
          <a:ea typeface="+mn-ea"/>
          <a:cs typeface="+mn-cs"/>
        </a:defRPr>
      </a:lvl5pPr>
      <a:lvl6pPr marL="3634761" indent="-330433" algn="l" defTabSz="660865" rtl="0" eaLnBrk="1" latinLnBrk="0" hangingPunct="1">
        <a:spcBef>
          <a:spcPct val="20000"/>
        </a:spcBef>
        <a:buFont typeface="Arial"/>
        <a:buChar char="•"/>
        <a:defRPr sz="2891" kern="1200">
          <a:solidFill>
            <a:schemeClr val="tx1"/>
          </a:solidFill>
          <a:latin typeface="+mn-lt"/>
          <a:ea typeface="+mn-ea"/>
          <a:cs typeface="+mn-cs"/>
        </a:defRPr>
      </a:lvl6pPr>
      <a:lvl7pPr marL="4295628" indent="-330433" algn="l" defTabSz="660865" rtl="0" eaLnBrk="1" latinLnBrk="0" hangingPunct="1">
        <a:spcBef>
          <a:spcPct val="20000"/>
        </a:spcBef>
        <a:buFont typeface="Arial"/>
        <a:buChar char="•"/>
        <a:defRPr sz="2891" kern="1200">
          <a:solidFill>
            <a:schemeClr val="tx1"/>
          </a:solidFill>
          <a:latin typeface="+mn-lt"/>
          <a:ea typeface="+mn-ea"/>
          <a:cs typeface="+mn-cs"/>
        </a:defRPr>
      </a:lvl7pPr>
      <a:lvl8pPr marL="4956493" indent="-330433" algn="l" defTabSz="660865" rtl="0" eaLnBrk="1" latinLnBrk="0" hangingPunct="1">
        <a:spcBef>
          <a:spcPct val="20000"/>
        </a:spcBef>
        <a:buFont typeface="Arial"/>
        <a:buChar char="•"/>
        <a:defRPr sz="2891" kern="1200">
          <a:solidFill>
            <a:schemeClr val="tx1"/>
          </a:solidFill>
          <a:latin typeface="+mn-lt"/>
          <a:ea typeface="+mn-ea"/>
          <a:cs typeface="+mn-cs"/>
        </a:defRPr>
      </a:lvl8pPr>
      <a:lvl9pPr marL="5617359" indent="-330433" algn="l" defTabSz="660865" rtl="0" eaLnBrk="1" latinLnBrk="0" hangingPunct="1">
        <a:spcBef>
          <a:spcPct val="20000"/>
        </a:spcBef>
        <a:buFont typeface="Arial"/>
        <a:buChar char="•"/>
        <a:defRPr sz="28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865" rtl="0" eaLnBrk="1" latinLnBrk="0" hangingPunct="1">
        <a:defRPr sz="2602" kern="1200">
          <a:solidFill>
            <a:schemeClr val="tx1"/>
          </a:solidFill>
          <a:latin typeface="+mn-lt"/>
          <a:ea typeface="+mn-ea"/>
          <a:cs typeface="+mn-cs"/>
        </a:defRPr>
      </a:lvl1pPr>
      <a:lvl2pPr marL="660865" algn="l" defTabSz="660865" rtl="0" eaLnBrk="1" latinLnBrk="0" hangingPunct="1">
        <a:defRPr sz="2602" kern="1200">
          <a:solidFill>
            <a:schemeClr val="tx1"/>
          </a:solidFill>
          <a:latin typeface="+mn-lt"/>
          <a:ea typeface="+mn-ea"/>
          <a:cs typeface="+mn-cs"/>
        </a:defRPr>
      </a:lvl2pPr>
      <a:lvl3pPr marL="1321732" algn="l" defTabSz="660865" rtl="0" eaLnBrk="1" latinLnBrk="0" hangingPunct="1">
        <a:defRPr sz="2602" kern="1200">
          <a:solidFill>
            <a:schemeClr val="tx1"/>
          </a:solidFill>
          <a:latin typeface="+mn-lt"/>
          <a:ea typeface="+mn-ea"/>
          <a:cs typeface="+mn-cs"/>
        </a:defRPr>
      </a:lvl3pPr>
      <a:lvl4pPr marL="1982597" algn="l" defTabSz="660865" rtl="0" eaLnBrk="1" latinLnBrk="0" hangingPunct="1">
        <a:defRPr sz="2602" kern="1200">
          <a:solidFill>
            <a:schemeClr val="tx1"/>
          </a:solidFill>
          <a:latin typeface="+mn-lt"/>
          <a:ea typeface="+mn-ea"/>
          <a:cs typeface="+mn-cs"/>
        </a:defRPr>
      </a:lvl4pPr>
      <a:lvl5pPr marL="2643463" algn="l" defTabSz="660865" rtl="0" eaLnBrk="1" latinLnBrk="0" hangingPunct="1">
        <a:defRPr sz="2602" kern="1200">
          <a:solidFill>
            <a:schemeClr val="tx1"/>
          </a:solidFill>
          <a:latin typeface="+mn-lt"/>
          <a:ea typeface="+mn-ea"/>
          <a:cs typeface="+mn-cs"/>
        </a:defRPr>
      </a:lvl5pPr>
      <a:lvl6pPr marL="3304329" algn="l" defTabSz="660865" rtl="0" eaLnBrk="1" latinLnBrk="0" hangingPunct="1">
        <a:defRPr sz="2602" kern="1200">
          <a:solidFill>
            <a:schemeClr val="tx1"/>
          </a:solidFill>
          <a:latin typeface="+mn-lt"/>
          <a:ea typeface="+mn-ea"/>
          <a:cs typeface="+mn-cs"/>
        </a:defRPr>
      </a:lvl6pPr>
      <a:lvl7pPr marL="3965195" algn="l" defTabSz="660865" rtl="0" eaLnBrk="1" latinLnBrk="0" hangingPunct="1">
        <a:defRPr sz="2602" kern="1200">
          <a:solidFill>
            <a:schemeClr val="tx1"/>
          </a:solidFill>
          <a:latin typeface="+mn-lt"/>
          <a:ea typeface="+mn-ea"/>
          <a:cs typeface="+mn-cs"/>
        </a:defRPr>
      </a:lvl7pPr>
      <a:lvl8pPr marL="4626060" algn="l" defTabSz="660865" rtl="0" eaLnBrk="1" latinLnBrk="0" hangingPunct="1">
        <a:defRPr sz="2602" kern="1200">
          <a:solidFill>
            <a:schemeClr val="tx1"/>
          </a:solidFill>
          <a:latin typeface="+mn-lt"/>
          <a:ea typeface="+mn-ea"/>
          <a:cs typeface="+mn-cs"/>
        </a:defRPr>
      </a:lvl8pPr>
      <a:lvl9pPr marL="5286927" algn="l" defTabSz="660865" rtl="0" eaLnBrk="1" latinLnBrk="0" hangingPunct="1">
        <a:defRPr sz="26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able 8">
            <a:extLst>
              <a:ext uri="{FF2B5EF4-FFF2-40B4-BE49-F238E27FC236}">
                <a16:creationId xmlns:a16="http://schemas.microsoft.com/office/drawing/2014/main" id="{CAEA7374-1FF5-41A9-B3DA-F1743BBEB0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611869"/>
              </p:ext>
            </p:extLst>
          </p:nvPr>
        </p:nvGraphicFramePr>
        <p:xfrm>
          <a:off x="-10209" y="0"/>
          <a:ext cx="6877050" cy="7325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267">
                  <a:extLst>
                    <a:ext uri="{9D8B030D-6E8A-4147-A177-3AD203B41FA5}">
                      <a16:colId xmlns:a16="http://schemas.microsoft.com/office/drawing/2014/main" val="4259470647"/>
                    </a:ext>
                  </a:extLst>
                </a:gridCol>
                <a:gridCol w="1032934">
                  <a:extLst>
                    <a:ext uri="{9D8B030D-6E8A-4147-A177-3AD203B41FA5}">
                      <a16:colId xmlns:a16="http://schemas.microsoft.com/office/drawing/2014/main" val="3357401299"/>
                    </a:ext>
                  </a:extLst>
                </a:gridCol>
                <a:gridCol w="2011679">
                  <a:extLst>
                    <a:ext uri="{9D8B030D-6E8A-4147-A177-3AD203B41FA5}">
                      <a16:colId xmlns:a16="http://schemas.microsoft.com/office/drawing/2014/main" val="2604762144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103914620"/>
                    </a:ext>
                  </a:extLst>
                </a:gridCol>
                <a:gridCol w="1546098">
                  <a:extLst>
                    <a:ext uri="{9D8B030D-6E8A-4147-A177-3AD203B41FA5}">
                      <a16:colId xmlns:a16="http://schemas.microsoft.com/office/drawing/2014/main" val="1551525943"/>
                    </a:ext>
                  </a:extLst>
                </a:gridCol>
              </a:tblGrid>
              <a:tr h="279343">
                <a:tc gridSpan="4">
                  <a:txBody>
                    <a:bodyPr/>
                    <a:lstStyle/>
                    <a:p>
                      <a:r>
                        <a:rPr lang="vi-VN" sz="1200" dirty="0">
                          <a:solidFill>
                            <a:schemeClr val="bg1"/>
                          </a:solidFill>
                          <a:latin typeface="+mj-lt"/>
                        </a:rPr>
                        <a:t>QUY TRÌNH NGHIỆM THU SẢN PHẨM NGHIÊN CỨU KHOA HỌC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sz="1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44431"/>
                  </a:ext>
                </a:extLst>
              </a:tr>
              <a:tr h="373360">
                <a:tc>
                  <a:txBody>
                    <a:bodyPr/>
                    <a:lstStyle/>
                    <a:p>
                      <a:pPr algn="ctr"/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Bước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Trách nhiệm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Nội dung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Mô tả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Hồ sơ/Biểu mẫu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43811"/>
                  </a:ext>
                </a:extLst>
              </a:tr>
              <a:tr h="1070816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TG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rowSpan="10">
                  <a:txBody>
                    <a:bodyPr/>
                    <a:lstStyle/>
                    <a:p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Tác giả chuẩn bị hồ sơ </a:t>
                      </a:r>
                      <a:r>
                        <a:rPr lang="vi-VN" sz="900" b="0" i="0" kern="1200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(Trước ngày 05 hàng tháng)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FontTx/>
                        <a:buNone/>
                      </a:pP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BM01A/QT.KHCN.01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hoặc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BM01B/QT.KHCN.01</a:t>
                      </a:r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Minh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chứng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phẩm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nghiên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cứu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khoa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endParaRPr lang="en-US" sz="900" b="0" i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hoạch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BGH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phê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endParaRPr lang="en-US" sz="900" b="0" i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Các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giấy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tờ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khác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900" b="0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vi-VN" sz="900" b="0" i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316148"/>
                  </a:ext>
                </a:extLst>
              </a:tr>
              <a:tr h="791473">
                <a:tc>
                  <a:txBody>
                    <a:bodyPr/>
                    <a:lstStyle/>
                    <a:p>
                      <a:pPr algn="ctr"/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ĐVQLTT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GVPTNCKH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TTTV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vi-VN" sz="10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GVPTNCKH kiểm tra hồ sơ, trình lãnh đạo ĐVQLTT xác nhận. Sản phẩm loại 1 được gửi TTTV kiểm tra trùng lắp </a:t>
                      </a:r>
                      <a:r>
                        <a:rPr lang="vi-VN" sz="900" b="0" i="0" kern="1200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(05 ngày).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 ở bước 1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Biên bản kiểm tra trùng lắp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(theo mẫu của TTTV)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800747"/>
                  </a:ext>
                </a:extLst>
              </a:tr>
              <a:tr h="791473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KHCN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rà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soát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kỹ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thông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tin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tác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giả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kế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hoạch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liêm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chính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học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thuật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…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Nếu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không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lệ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trả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lại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nêu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rõ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lý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do </a:t>
                      </a:r>
                      <a:r>
                        <a:rPr lang="en-US" sz="900" b="0" i="0" kern="1200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(07 </a:t>
                      </a:r>
                      <a:r>
                        <a:rPr lang="en-US" sz="900" b="0" i="0" kern="1200" baseline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900" b="0" i="0" kern="1200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  <a:endParaRPr lang="vi-VN" sz="900" b="0" i="0" kern="1200" baseline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 ở bước 2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350580"/>
                  </a:ext>
                </a:extLst>
              </a:tr>
              <a:tr h="512130">
                <a:tc rowSpan="2"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HĐKH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TCKT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KHCN gửi hồ sơ đến Hội đồng KH. HĐKH họp, đánh giá và đưa ra kết luận </a:t>
                      </a:r>
                      <a:r>
                        <a:rPr lang="vi-VN" sz="900" b="0" i="0" kern="1200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(30 ngày).</a:t>
                      </a:r>
                      <a:endParaRPr lang="en-US" sz="900" b="0" i="0" kern="1200" baseline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 ở bước 3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BM02/QT.KHCN.01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72542"/>
                  </a:ext>
                </a:extLst>
              </a:tr>
              <a:tr h="155901">
                <a:tc vMerge="1">
                  <a:txBody>
                    <a:bodyPr/>
                    <a:lstStyle/>
                    <a:p>
                      <a:pPr algn="ctr"/>
                      <a:endParaRPr lang="vi-VN" sz="10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just" defTabSz="457200" rtl="0" eaLnBrk="1" latinLnBrk="0" hangingPunct="1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Căn cứ kết luận HĐKH, KHCN cấp giấy xác nhận nghiệm thu. Nếu không được nghiệm thu, phản hồi qua email </a:t>
                      </a:r>
                      <a:r>
                        <a:rPr lang="vi-VN" sz="900" b="0" i="0" kern="1200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(01 ngày).</a:t>
                      </a:r>
                      <a:endParaRPr lang="en-US" sz="900" b="0" i="0" kern="1200" baseline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 ở bước 4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-BM03A/QT.KHCN.01 hoặc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BM03B/QT.KHCN.01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732505"/>
                  </a:ext>
                </a:extLst>
              </a:tr>
              <a:tr h="495901">
                <a:tc rowSpan="2"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KHCN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TCKT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just" defTabSz="457200" rtl="0" eaLnBrk="1" latinLnBrk="0" hangingPunct="1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Căn cứ kết luận HĐKH, KHCN cấp giấy xác nhận nghiệm thu. Nếu không được nghiệm thu, phản hồi qua email </a:t>
                      </a:r>
                      <a:r>
                        <a:rPr lang="vi-VN" sz="900" b="0" i="0" kern="1200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(01 ngày).</a:t>
                      </a:r>
                      <a:endParaRPr lang="en-US" sz="900" b="0" i="0" kern="1200" baseline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 ở bước 4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-BM03A/QT.KHCN.01 hoặc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BM03B/QT.KHCN.01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759405"/>
                  </a:ext>
                </a:extLst>
              </a:tr>
              <a:tr h="172543">
                <a:tc vMerge="1">
                  <a:txBody>
                    <a:bodyPr/>
                    <a:lstStyle/>
                    <a:p>
                      <a:pPr algn="ctr"/>
                      <a:endParaRPr lang="vi-VN" sz="10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Tác giả nộp giấy xác nhận lưu chiểu (TTTV). Nếu thanh toán, cần xác nhận hoàn thành nghĩa vụ chuyên môn </a:t>
                      </a:r>
                    </a:p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Đối với trường hợp thanh toán chi phí : cuối năm học hoặc khi hoàn thành nghĩa vụ năm học</a:t>
                      </a:r>
                    </a:p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Đối với trường hợp tính tiết NCKH: 07 ngày</a:t>
                      </a:r>
                      <a:endParaRPr lang="en-US" sz="900" b="0" i="0" kern="1200" baseline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Đối với trường hợp thanh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toán BM04/QT.KHCN.01 và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Giấy xác nhận nộp lưu chiểu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(theo mẫu của TTTV)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Đối với trường hợp tính tiết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NCKH: Giấy xác nhận nộp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lưu chiểu (theo mẫu của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TTTV)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801468"/>
                  </a:ext>
                </a:extLst>
              </a:tr>
              <a:tr h="1177616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06</a:t>
                      </a:r>
                      <a:endParaRPr lang="vi-VN" sz="1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TG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ĐVQLTT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ĐH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SĐH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Tác giả nộp giấy xác nhận lưu chiểu (TTTV). Nếu thanh toán, cần xác nhận hoàn thành nghĩa vụ chuyên môn </a:t>
                      </a:r>
                    </a:p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Đối với trường hợp thanh toán chi phí : cuối năm học hoặc khi hoàn thành nghĩa vụ năm học</a:t>
                      </a:r>
                    </a:p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Đối với trường hợp tính tiết NCKH: 07 ngày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Đối với trường hợp thanh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toán BM04/QT.KHCN.01 và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Giấy xác nhận nộp lưu chiểu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(theo mẫu của TTTV)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Đối với trường hợp tính tiết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NCKH: Giấy xác nhận nộp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lưu chiểu (theo mẫu của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TTTV)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637349"/>
                  </a:ext>
                </a:extLst>
              </a:tr>
              <a:tr h="791473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07</a:t>
                      </a:r>
                      <a:endParaRPr lang="vi-VN" sz="1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BGH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TCKT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ĐVQLTT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Trường hợp thanh toán: KHCN trình BGH duyệt. Trường hợp tính tiết NCKH: tác giả kê khai và được rà soát, xác nhận.</a:t>
                      </a:r>
                      <a:endParaRPr lang="en-US" sz="900" b="0" i="0" kern="1200" baseline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 ở bước 5 &amp; 6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-BM05A/QT.KHCN.01 hoặc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BM05B/QT.KHCN.01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Chứng từ thanh toán (theo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QT.TCKT.04)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058651"/>
                  </a:ext>
                </a:extLst>
              </a:tr>
              <a:tr h="713878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08</a:t>
                      </a:r>
                      <a:endParaRPr lang="vi-VN" sz="1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ĐVQLTT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TCKT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TTTV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Hồ sơ nghiệm thu, xác nhận, chi phí được lưu tại các đơn vị liên quan; sản phẩm được TTTV lưu trữ</a:t>
                      </a:r>
                      <a:endParaRPr lang="en-US" sz="900" b="0" i="0" kern="1200" baseline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545930"/>
                  </a:ext>
                </a:extLst>
              </a:tr>
            </a:tbl>
          </a:graphicData>
        </a:graphic>
      </p:graphicFrame>
      <p:graphicFrame>
        <p:nvGraphicFramePr>
          <p:cNvPr id="67" name="Table 56">
            <a:extLst>
              <a:ext uri="{FF2B5EF4-FFF2-40B4-BE49-F238E27FC236}">
                <a16:creationId xmlns:a16="http://schemas.microsoft.com/office/drawing/2014/main" id="{69578EE4-CAD8-4091-9936-ED5B3F3FD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503802"/>
              </p:ext>
            </p:extLst>
          </p:nvPr>
        </p:nvGraphicFramePr>
        <p:xfrm>
          <a:off x="-10209" y="7325907"/>
          <a:ext cx="68770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98402807"/>
                    </a:ext>
                  </a:extLst>
                </a:gridCol>
                <a:gridCol w="2411984">
                  <a:extLst>
                    <a:ext uri="{9D8B030D-6E8A-4147-A177-3AD203B41FA5}">
                      <a16:colId xmlns:a16="http://schemas.microsoft.com/office/drawing/2014/main" val="222306129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1499909"/>
                    </a:ext>
                  </a:extLst>
                </a:gridCol>
                <a:gridCol w="1495806">
                  <a:extLst>
                    <a:ext uri="{9D8B030D-6E8A-4147-A177-3AD203B41FA5}">
                      <a16:colId xmlns:a16="http://schemas.microsoft.com/office/drawing/2014/main" val="3260828008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1736909761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15967648"/>
                    </a:ext>
                  </a:extLst>
                </a:gridCol>
              </a:tblGrid>
              <a:tr h="190710">
                <a:tc gridSpan="2">
                  <a:txBody>
                    <a:bodyPr/>
                    <a:lstStyle/>
                    <a:p>
                      <a:pPr algn="ctr"/>
                      <a:r>
                        <a:rPr lang="vi-VN" sz="9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BIỂU MẪU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vi-VN" sz="900" b="1" dirty="0">
                          <a:solidFill>
                            <a:schemeClr val="bg1"/>
                          </a:solidFill>
                          <a:latin typeface="+mj-lt"/>
                        </a:rPr>
                        <a:t>PHÊ DUYỆT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vi-VN" sz="9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56235725"/>
                  </a:ext>
                </a:extLst>
              </a:tr>
              <a:tr h="1536082">
                <a:tc>
                  <a:txBody>
                    <a:bodyPr/>
                    <a:lstStyle/>
                    <a:p>
                      <a:endParaRPr lang="vi-VN" sz="900">
                        <a:latin typeface="+mj-lt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b="1" dirty="0">
                          <a:latin typeface="+mj-lt"/>
                        </a:rPr>
                        <a:t>- </a:t>
                      </a:r>
                      <a:r>
                        <a:rPr kumimoji="0" lang="en-US" sz="9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BM01A&amp;B/QT.KHCN.01</a:t>
                      </a:r>
                      <a:r>
                        <a:rPr lang="en-US" sz="9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phẩm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</a:t>
                      </a:r>
                      <a:endParaRPr lang="vi-VN" sz="9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dirty="0">
                          <a:latin typeface="+mj-lt"/>
                        </a:rPr>
                        <a:t>- </a:t>
                      </a:r>
                      <a:r>
                        <a:rPr kumimoji="0" lang="en-US" sz="9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BM02/QT.KHCN.01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Giấy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phẩm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</a:t>
                      </a:r>
                      <a:endParaRPr lang="vi-VN" sz="900" dirty="0">
                        <a:latin typeface="+mj-lt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3A&amp;B/QT.KHCN.01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Giấy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phẩn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vi-V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/QT.KHCN.01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tin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vi-VN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5A&amp;B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/QT.KHCN.01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Giấy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thanh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kinh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Bảng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khối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NCKH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giảng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vi-VN" sz="900" dirty="0">
                        <a:latin typeface="+mj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ĐƠN VỊ SOẠN THẢO</a:t>
                      </a:r>
                    </a:p>
                    <a:p>
                      <a:pPr algn="ctr"/>
                      <a:r>
                        <a:rPr lang="vi-VN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KHCN</a:t>
                      </a: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ThS</a:t>
                      </a:r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Thị Thanh </a:t>
                      </a:r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Thoan</a:t>
                      </a:r>
                      <a:endParaRPr lang="vi-VN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ĐƠN VỊ KIỂM TRA</a:t>
                      </a:r>
                    </a:p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P. ĐBCL&amp;KĐ</a:t>
                      </a: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>
                          <a:latin typeface="+mj-lt"/>
                        </a:rPr>
                        <a:t>..…………….………………….</a:t>
                      </a:r>
                      <a:endParaRPr lang="vi-VN" sz="800" b="1" dirty="0">
                        <a:latin typeface="+mj-lt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PHÊ DUYỆT</a:t>
                      </a:r>
                    </a:p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HIỆU TRƯỞNG</a:t>
                      </a: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>
                          <a:latin typeface="+mj-lt"/>
                        </a:rPr>
                        <a:t>…………………………………………</a:t>
                      </a:r>
                      <a:endParaRPr lang="vi-VN" sz="800" b="1" dirty="0">
                        <a:latin typeface="+mj-lt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100279"/>
                  </a:ext>
                </a:extLst>
              </a:tr>
            </a:tbl>
          </a:graphicData>
        </a:graphic>
      </p:graphicFrame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91BFD99-EA42-4107-A7B4-5E592116D4AB}"/>
              </a:ext>
            </a:extLst>
          </p:cNvPr>
          <p:cNvCxnSpPr>
            <a:cxnSpLocks/>
          </p:cNvCxnSpPr>
          <p:nvPr/>
        </p:nvCxnSpPr>
        <p:spPr>
          <a:xfrm flipH="1">
            <a:off x="2683425" y="2105079"/>
            <a:ext cx="4442" cy="658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EE0272D-8088-4B71-8329-36184450764C}"/>
              </a:ext>
            </a:extLst>
          </p:cNvPr>
          <p:cNvCxnSpPr>
            <a:cxnSpLocks/>
          </p:cNvCxnSpPr>
          <p:nvPr/>
        </p:nvCxnSpPr>
        <p:spPr>
          <a:xfrm>
            <a:off x="3092855" y="5132550"/>
            <a:ext cx="0" cy="783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6309B08-11E0-3F02-DE1C-E073C7FA1389}"/>
              </a:ext>
            </a:extLst>
          </p:cNvPr>
          <p:cNvGrpSpPr/>
          <p:nvPr/>
        </p:nvGrpSpPr>
        <p:grpSpPr>
          <a:xfrm>
            <a:off x="1558773" y="844274"/>
            <a:ext cx="2041753" cy="6446299"/>
            <a:chOff x="1210778" y="976362"/>
            <a:chExt cx="2041753" cy="633037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46A6B45B-3025-4214-BB0E-9B19161FF44E}"/>
                </a:ext>
              </a:extLst>
            </p:cNvPr>
            <p:cNvSpPr/>
            <p:nvPr/>
          </p:nvSpPr>
          <p:spPr>
            <a:xfrm>
              <a:off x="1783903" y="6897753"/>
              <a:ext cx="1104903" cy="40898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b="1" kern="1200" dirty="0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Lưu </a:t>
              </a:r>
              <a:r>
                <a:rPr lang="en-US" sz="900" b="1" kern="1200" dirty="0" err="1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hồ</a:t>
              </a:r>
              <a:r>
                <a:rPr lang="en-US" sz="900" b="1" kern="1200" dirty="0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900" b="1" kern="1200" dirty="0" err="1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sơ</a:t>
              </a:r>
              <a:endParaRPr lang="vi-VN" sz="900" b="1" kern="1200" dirty="0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94CC1C5-718B-A0B3-9067-E29D2CBBAF2C}"/>
                </a:ext>
              </a:extLst>
            </p:cNvPr>
            <p:cNvGrpSpPr/>
            <p:nvPr/>
          </p:nvGrpSpPr>
          <p:grpSpPr>
            <a:xfrm>
              <a:off x="1210778" y="976362"/>
              <a:ext cx="2041753" cy="3249551"/>
              <a:chOff x="1192490" y="1104378"/>
              <a:chExt cx="2041753" cy="3249551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EFFC9B69-7FB4-4B9F-88ED-6458D1D25661}"/>
                  </a:ext>
                </a:extLst>
              </p:cNvPr>
              <p:cNvSpPr/>
              <p:nvPr/>
            </p:nvSpPr>
            <p:spPr>
              <a:xfrm>
                <a:off x="1814254" y="1104378"/>
                <a:ext cx="1038225" cy="35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sz="900" b="1" kern="1200" dirty="0">
                    <a:solidFill>
                      <a:schemeClr val="lt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Nộp hồ sơ</a:t>
                </a:r>
              </a:p>
            </p:txBody>
          </p:sp>
          <p:sp>
            <p:nvSpPr>
              <p:cNvPr id="86" name="Flowchart: Decision 85">
                <a:extLst>
                  <a:ext uri="{FF2B5EF4-FFF2-40B4-BE49-F238E27FC236}">
                    <a16:creationId xmlns:a16="http://schemas.microsoft.com/office/drawing/2014/main" id="{F7E2910A-5771-4340-93E5-6F788776F747}"/>
                  </a:ext>
                </a:extLst>
              </p:cNvPr>
              <p:cNvSpPr/>
              <p:nvPr/>
            </p:nvSpPr>
            <p:spPr>
              <a:xfrm>
                <a:off x="1684055" y="2083391"/>
                <a:ext cx="1299322" cy="506664"/>
              </a:xfrm>
              <a:prstGeom prst="flowChartDecision">
                <a:avLst/>
              </a:prstGeom>
              <a:solidFill>
                <a:srgbClr val="A2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vi-VN" sz="900" b="1" kern="1200" dirty="0">
                    <a:solidFill>
                      <a:schemeClr val="lt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Kiểm tra sơ lược</a:t>
                </a:r>
              </a:p>
            </p:txBody>
          </p: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AC1F11C8-25D5-4EFE-9174-0F880C07E6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25656" y="1472583"/>
                <a:ext cx="0" cy="6108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E3E82DFB-1144-4FDB-9667-7350895A30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18067" y="2972522"/>
                <a:ext cx="2952" cy="1596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BE8AB016-E1D1-4DA6-8676-FECFB6C80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8035" y="4169750"/>
                <a:ext cx="0" cy="1841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644EF38-79E4-4271-8119-83CD577EA9A4}"/>
                  </a:ext>
                </a:extLst>
              </p:cNvPr>
              <p:cNvSpPr txBox="1"/>
              <p:nvPr/>
            </p:nvSpPr>
            <p:spPr>
              <a:xfrm rot="16200000">
                <a:off x="896675" y="2167445"/>
                <a:ext cx="93018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</a:t>
                </a: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trùng</a:t>
                </a: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lắp</a:t>
                </a: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sản</a:t>
                </a: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phẩm</a:t>
                </a: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loại</a:t>
                </a: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  <a:endParaRPr lang="vi-VN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3E273B16-182A-424A-B316-3323BC9E852C}"/>
                  </a:ext>
                </a:extLst>
              </p:cNvPr>
              <p:cNvGrpSpPr/>
              <p:nvPr/>
            </p:nvGrpSpPr>
            <p:grpSpPr>
              <a:xfrm>
                <a:off x="2889010" y="1279230"/>
                <a:ext cx="321546" cy="2639540"/>
                <a:chOff x="6966389" y="788323"/>
                <a:chExt cx="598353" cy="534833"/>
              </a:xfrm>
            </p:grpSpPr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27BB754E-0570-4304-A3C4-448D6F0D52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564742" y="788599"/>
                  <a:ext cx="0" cy="534557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>
                  <a:extLst>
                    <a:ext uri="{FF2B5EF4-FFF2-40B4-BE49-F238E27FC236}">
                      <a16:creationId xmlns:a16="http://schemas.microsoft.com/office/drawing/2014/main" id="{19082E50-F0C7-457E-A2B6-B975B128E3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966389" y="788323"/>
                  <a:ext cx="6094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E27E90A4-ABEB-669C-7DF4-53EC5DA3BA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9854" y="1280591"/>
                <a:ext cx="264389" cy="0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4EFBD8D-D0E4-080F-F4E0-732FD0388377}"/>
                </a:ext>
              </a:extLst>
            </p:cNvPr>
            <p:cNvSpPr/>
            <p:nvPr/>
          </p:nvSpPr>
          <p:spPr>
            <a:xfrm>
              <a:off x="1479983" y="5918565"/>
              <a:ext cx="607840" cy="68205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457200" rtl="0" eaLnBrk="1" latinLnBrk="0" hangingPunct="1"/>
              <a:r>
                <a:rPr lang="vi-VN" sz="900" b="1" kern="12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Thanh toán chi phí</a:t>
              </a:r>
            </a:p>
          </p:txBody>
        </p:sp>
      </p:grp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125DA32-8234-4A73-77C6-CD5A666A0A27}"/>
              </a:ext>
            </a:extLst>
          </p:cNvPr>
          <p:cNvCxnSpPr>
            <a:cxnSpLocks/>
          </p:cNvCxnSpPr>
          <p:nvPr/>
        </p:nvCxnSpPr>
        <p:spPr>
          <a:xfrm>
            <a:off x="1844029" y="2101841"/>
            <a:ext cx="1961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Flowchart: Decision 21">
            <a:extLst>
              <a:ext uri="{FF2B5EF4-FFF2-40B4-BE49-F238E27FC236}">
                <a16:creationId xmlns:a16="http://schemas.microsoft.com/office/drawing/2014/main" id="{C4FF542A-4E34-7C63-F437-70FD7216C209}"/>
              </a:ext>
            </a:extLst>
          </p:cNvPr>
          <p:cNvSpPr/>
          <p:nvPr/>
        </p:nvSpPr>
        <p:spPr>
          <a:xfrm>
            <a:off x="2024480" y="2763448"/>
            <a:ext cx="1299322" cy="506664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Kiểm tra chi tiết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A069625-F79D-E667-13CF-CBA2AC1FEF25}"/>
              </a:ext>
            </a:extLst>
          </p:cNvPr>
          <p:cNvSpPr/>
          <p:nvPr/>
        </p:nvSpPr>
        <p:spPr>
          <a:xfrm>
            <a:off x="2129278" y="4163512"/>
            <a:ext cx="1104903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Nghiệm thu</a:t>
            </a:r>
          </a:p>
        </p:txBody>
      </p:sp>
      <p:sp>
        <p:nvSpPr>
          <p:cNvPr id="99" name="Flowchart: Decision 21">
            <a:extLst>
              <a:ext uri="{FF2B5EF4-FFF2-40B4-BE49-F238E27FC236}">
                <a16:creationId xmlns:a16="http://schemas.microsoft.com/office/drawing/2014/main" id="{F9225036-876B-D8AC-851F-D383C86E14B1}"/>
              </a:ext>
            </a:extLst>
          </p:cNvPr>
          <p:cNvSpPr/>
          <p:nvPr/>
        </p:nvSpPr>
        <p:spPr>
          <a:xfrm>
            <a:off x="1924492" y="3462104"/>
            <a:ext cx="1514475" cy="506664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Hội đồng nghiệm thu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F5DA64C-122B-C134-9983-CD68FE897B74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2681730" y="3281779"/>
            <a:ext cx="0" cy="180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28069EC-C2E1-6DFF-A669-FA59BDDD5E3D}"/>
              </a:ext>
            </a:extLst>
          </p:cNvPr>
          <p:cNvCxnSpPr/>
          <p:nvPr/>
        </p:nvCxnSpPr>
        <p:spPr>
          <a:xfrm>
            <a:off x="3451308" y="3710204"/>
            <a:ext cx="105889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0622DD4-A448-9F9F-8952-E17B296B0E6D}"/>
              </a:ext>
            </a:extLst>
          </p:cNvPr>
          <p:cNvCxnSpPr>
            <a:cxnSpLocks/>
          </p:cNvCxnSpPr>
          <p:nvPr/>
        </p:nvCxnSpPr>
        <p:spPr>
          <a:xfrm>
            <a:off x="3356820" y="3016780"/>
            <a:ext cx="20037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5E378A0-C199-021C-D393-A444D80D2C46}"/>
              </a:ext>
            </a:extLst>
          </p:cNvPr>
          <p:cNvCxnSpPr>
            <a:cxnSpLocks/>
          </p:cNvCxnSpPr>
          <p:nvPr/>
        </p:nvCxnSpPr>
        <p:spPr>
          <a:xfrm>
            <a:off x="3353772" y="2105079"/>
            <a:ext cx="20037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55501D0-E160-A35F-A990-38BD8FF80731}"/>
              </a:ext>
            </a:extLst>
          </p:cNvPr>
          <p:cNvCxnSpPr>
            <a:cxnSpLocks/>
          </p:cNvCxnSpPr>
          <p:nvPr/>
        </p:nvCxnSpPr>
        <p:spPr>
          <a:xfrm>
            <a:off x="2681729" y="4572000"/>
            <a:ext cx="0" cy="20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5E04998-FE9A-B370-04A1-9DA091C677F2}"/>
              </a:ext>
            </a:extLst>
          </p:cNvPr>
          <p:cNvSpPr/>
          <p:nvPr/>
        </p:nvSpPr>
        <p:spPr>
          <a:xfrm>
            <a:off x="1997914" y="4780161"/>
            <a:ext cx="1373441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Xác nhận thông tin và</a:t>
            </a:r>
          </a:p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Xác nhận nộp lưu chiểu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DB53CAB-153A-9A65-6242-EF626A3713F6}"/>
              </a:ext>
            </a:extLst>
          </p:cNvPr>
          <p:cNvSpPr/>
          <p:nvPr/>
        </p:nvSpPr>
        <p:spPr>
          <a:xfrm>
            <a:off x="2699557" y="5929082"/>
            <a:ext cx="805075" cy="6559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Xác nhận khối </a:t>
            </a:r>
            <a:r>
              <a:rPr lang="vi-VN" sz="900" b="1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lượng tiết </a:t>
            </a:r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NCKH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34F0065-1323-52EF-2B50-3882053CDDD4}"/>
              </a:ext>
            </a:extLst>
          </p:cNvPr>
          <p:cNvCxnSpPr>
            <a:cxnSpLocks/>
          </p:cNvCxnSpPr>
          <p:nvPr/>
        </p:nvCxnSpPr>
        <p:spPr>
          <a:xfrm>
            <a:off x="2213907" y="5180211"/>
            <a:ext cx="0" cy="735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3D23FC4-BCBB-4A66-579D-E9988B76F98D}"/>
              </a:ext>
            </a:extLst>
          </p:cNvPr>
          <p:cNvSpPr txBox="1"/>
          <p:nvPr/>
        </p:nvSpPr>
        <p:spPr>
          <a:xfrm>
            <a:off x="1664462" y="5184807"/>
            <a:ext cx="549445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(Trường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5467054-E933-6A50-D141-CB3BAE023F72}"/>
              </a:ext>
            </a:extLst>
          </p:cNvPr>
          <p:cNvSpPr txBox="1"/>
          <p:nvPr/>
        </p:nvSpPr>
        <p:spPr>
          <a:xfrm>
            <a:off x="3061415" y="5253142"/>
            <a:ext cx="54944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(Trường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NCKH)</a:t>
            </a: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C4D175F-0E16-F608-CA25-BEECA559A6B0}"/>
              </a:ext>
            </a:extLst>
          </p:cNvPr>
          <p:cNvCxnSpPr/>
          <p:nvPr/>
        </p:nvCxnSpPr>
        <p:spPr>
          <a:xfrm>
            <a:off x="2152953" y="6602182"/>
            <a:ext cx="0" cy="1058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7F5ABD8-64B3-DCD8-5846-5B50F8FFA863}"/>
              </a:ext>
            </a:extLst>
          </p:cNvPr>
          <p:cNvCxnSpPr>
            <a:cxnSpLocks/>
          </p:cNvCxnSpPr>
          <p:nvPr/>
        </p:nvCxnSpPr>
        <p:spPr>
          <a:xfrm>
            <a:off x="3208553" y="6598079"/>
            <a:ext cx="0" cy="116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30BFC14-0F67-B0C1-2970-FA8D670B8C10}"/>
              </a:ext>
            </a:extLst>
          </p:cNvPr>
          <p:cNvCxnSpPr>
            <a:cxnSpLocks/>
          </p:cNvCxnSpPr>
          <p:nvPr/>
        </p:nvCxnSpPr>
        <p:spPr>
          <a:xfrm>
            <a:off x="2149885" y="6715593"/>
            <a:ext cx="10586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9401DC8-10C6-352D-04B4-1087B70A53F2}"/>
              </a:ext>
            </a:extLst>
          </p:cNvPr>
          <p:cNvCxnSpPr>
            <a:cxnSpLocks/>
          </p:cNvCxnSpPr>
          <p:nvPr/>
        </p:nvCxnSpPr>
        <p:spPr>
          <a:xfrm>
            <a:off x="2684297" y="6722681"/>
            <a:ext cx="0" cy="161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726</Words>
  <Application>Microsoft Office PowerPoint</Application>
  <PresentationFormat>Custom</PresentationFormat>
  <Paragraphs>118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Lan Thanh</dc:creator>
  <cp:keywords/>
  <dc:description>generated using python-pptx</dc:description>
  <cp:lastModifiedBy>Admin</cp:lastModifiedBy>
  <cp:revision>40</cp:revision>
  <dcterms:created xsi:type="dcterms:W3CDTF">2013-01-27T09:14:16Z</dcterms:created>
  <dcterms:modified xsi:type="dcterms:W3CDTF">2025-08-01T08:20:18Z</dcterms:modified>
  <cp:category/>
</cp:coreProperties>
</file>
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072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58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F9"/>
    <a:srgbClr val="A20000"/>
    <a:srgbClr val="F9F3FF"/>
    <a:srgbClr val="F0E1FF"/>
    <a:srgbClr val="7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C813A-0C84-8A4D-B66A-0DF87B9F9001}" v="18" dt="2025-07-30T03:20:09.248"/>
    <p1510:client id="{F2AEA7CF-EAC7-934F-AAD6-5A7513F326A2}" v="2" dt="2025-07-30T04:54:34.430"/>
    <p1510:client id="{F380E284-E28E-E14D-8311-B3311C498B16}" v="67" dt="2025-07-30T04:44:21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2"/>
    <p:restoredTop sz="94682"/>
  </p:normalViewPr>
  <p:slideViewPr>
    <p:cSldViewPr snapToGrid="0" snapToObjects="1">
      <p:cViewPr>
        <p:scale>
          <a:sx n="123" d="100"/>
          <a:sy n="123" d="100"/>
        </p:scale>
        <p:origin x="2488" y="-680"/>
      </p:cViewPr>
      <p:guideLst>
        <p:guide orient="horz" pos="2858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1" d="100"/>
          <a:sy n="71" d="100"/>
        </p:scale>
        <p:origin x="295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y Nguyễn" userId="eca1d395-c549-4fe9-943c-1e19f4673c01" providerId="ADAL" clId="{CC5C813A-0C84-8A4D-B66A-0DF87B9F9001}"/>
    <pc:docChg chg="undo custSel modNotesMaster">
      <pc:chgData name="Duy Nguyễn" userId="eca1d395-c549-4fe9-943c-1e19f4673c01" providerId="ADAL" clId="{CC5C813A-0C84-8A4D-B66A-0DF87B9F9001}" dt="2025-07-30T03:26:46.960" v="1019" actId="20577"/>
      <pc:docMkLst>
        <pc:docMk/>
      </pc:docMkLst>
    </pc:docChg>
  </pc:docChgLst>
  <pc:docChgLst>
    <pc:chgData name="Duy Nguyễn" userId="eca1d395-c549-4fe9-943c-1e19f4673c01" providerId="ADAL" clId="{F2AEA7CF-EAC7-934F-AAD6-5A7513F326A2}"/>
    <pc:docChg chg="undo custSel modNotesMaster">
      <pc:chgData name="Duy Nguyễn" userId="eca1d395-c549-4fe9-943c-1e19f4673c01" providerId="ADAL" clId="{F2AEA7CF-EAC7-934F-AAD6-5A7513F326A2}" dt="2025-07-30T04:58:54.607" v="174" actId="20577"/>
      <pc:docMkLst>
        <pc:docMk/>
      </pc:docMkLst>
    </pc:docChg>
  </pc:docChgLst>
  <pc:docChgLst>
    <pc:chgData name="Duy Nguyễn" userId="eca1d395-c549-4fe9-943c-1e19f4673c01" providerId="ADAL" clId="{F380E284-E28E-E14D-8311-B3311C498B16}"/>
    <pc:docChg chg="undo custSel modNotesMaster">
      <pc:chgData name="Duy Nguyễn" userId="eca1d395-c549-4fe9-943c-1e19f4673c01" providerId="ADAL" clId="{F380E284-E28E-E14D-8311-B3311C498B16}" dt="2025-07-30T04:44:53.967" v="1195" actId="107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97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18377"/>
            <a:ext cx="5829300" cy="19447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41119"/>
            <a:ext cx="4800600" cy="23185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504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13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1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22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27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3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36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29963"/>
            <a:ext cx="5829300" cy="1801912"/>
          </a:xfrm>
        </p:spPr>
        <p:txBody>
          <a:bodyPr anchor="t"/>
          <a:lstStyle>
            <a:lvl1pPr algn="l">
              <a:defRPr sz="569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45340"/>
            <a:ext cx="5829300" cy="1984623"/>
          </a:xfrm>
        </p:spPr>
        <p:txBody>
          <a:bodyPr anchor="b"/>
          <a:lstStyle>
            <a:lvl1pPr marL="0" indent="0">
              <a:buNone/>
              <a:defRPr sz="2845">
                <a:solidFill>
                  <a:schemeClr val="tx1">
                    <a:tint val="75000"/>
                  </a:schemeClr>
                </a:solidFill>
              </a:defRPr>
            </a:lvl1pPr>
            <a:lvl2pPr marL="650458" indent="0">
              <a:buNone/>
              <a:defRPr sz="2561">
                <a:solidFill>
                  <a:schemeClr val="tx1">
                    <a:tint val="75000"/>
                  </a:schemeClr>
                </a:solidFill>
              </a:defRPr>
            </a:lvl2pPr>
            <a:lvl3pPr marL="1300917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1375" indent="0">
              <a:buNone/>
              <a:defRPr sz="1992">
                <a:solidFill>
                  <a:schemeClr val="tx1">
                    <a:tint val="75000"/>
                  </a:schemeClr>
                </a:solidFill>
              </a:defRPr>
            </a:lvl4pPr>
            <a:lvl5pPr marL="2601834" indent="0">
              <a:buNone/>
              <a:defRPr sz="1992">
                <a:solidFill>
                  <a:schemeClr val="tx1">
                    <a:tint val="75000"/>
                  </a:schemeClr>
                </a:solidFill>
              </a:defRPr>
            </a:lvl5pPr>
            <a:lvl6pPr marL="3252292" indent="0">
              <a:buNone/>
              <a:defRPr sz="1992">
                <a:solidFill>
                  <a:schemeClr val="tx1">
                    <a:tint val="75000"/>
                  </a:schemeClr>
                </a:solidFill>
              </a:defRPr>
            </a:lvl6pPr>
            <a:lvl7pPr marL="3902751" indent="0">
              <a:buNone/>
              <a:defRPr sz="1992">
                <a:solidFill>
                  <a:schemeClr val="tx1">
                    <a:tint val="75000"/>
                  </a:schemeClr>
                </a:solidFill>
              </a:defRPr>
            </a:lvl7pPr>
            <a:lvl8pPr marL="4553209" indent="0">
              <a:buNone/>
              <a:defRPr sz="1992">
                <a:solidFill>
                  <a:schemeClr val="tx1">
                    <a:tint val="75000"/>
                  </a:schemeClr>
                </a:solidFill>
              </a:defRPr>
            </a:lvl8pPr>
            <a:lvl9pPr marL="5203668" indent="0">
              <a:buNone/>
              <a:defRPr sz="1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16934"/>
            <a:ext cx="3028950" cy="5987473"/>
          </a:xfrm>
        </p:spPr>
        <p:txBody>
          <a:bodyPr/>
          <a:lstStyle>
            <a:lvl1pPr>
              <a:defRPr sz="3984"/>
            </a:lvl1pPr>
            <a:lvl2pPr>
              <a:defRPr sz="3414"/>
            </a:lvl2pPr>
            <a:lvl3pPr>
              <a:defRPr sz="2845"/>
            </a:lvl3pPr>
            <a:lvl4pPr>
              <a:defRPr sz="2561"/>
            </a:lvl4pPr>
            <a:lvl5pPr>
              <a:defRPr sz="2561"/>
            </a:lvl5pPr>
            <a:lvl6pPr>
              <a:defRPr sz="2561"/>
            </a:lvl6pPr>
            <a:lvl7pPr>
              <a:defRPr sz="2561"/>
            </a:lvl7pPr>
            <a:lvl8pPr>
              <a:defRPr sz="2561"/>
            </a:lvl8pPr>
            <a:lvl9pPr>
              <a:defRPr sz="25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16934"/>
            <a:ext cx="3028950" cy="5987473"/>
          </a:xfrm>
        </p:spPr>
        <p:txBody>
          <a:bodyPr/>
          <a:lstStyle>
            <a:lvl1pPr>
              <a:defRPr sz="3984"/>
            </a:lvl1pPr>
            <a:lvl2pPr>
              <a:defRPr sz="3414"/>
            </a:lvl2pPr>
            <a:lvl3pPr>
              <a:defRPr sz="2845"/>
            </a:lvl3pPr>
            <a:lvl4pPr>
              <a:defRPr sz="2561"/>
            </a:lvl4pPr>
            <a:lvl5pPr>
              <a:defRPr sz="2561"/>
            </a:lvl5pPr>
            <a:lvl6pPr>
              <a:defRPr sz="2561"/>
            </a:lvl6pPr>
            <a:lvl7pPr>
              <a:defRPr sz="2561"/>
            </a:lvl7pPr>
            <a:lvl8pPr>
              <a:defRPr sz="2561"/>
            </a:lvl8pPr>
            <a:lvl9pPr>
              <a:defRPr sz="25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30826"/>
            <a:ext cx="3030141" cy="846352"/>
          </a:xfrm>
        </p:spPr>
        <p:txBody>
          <a:bodyPr anchor="b"/>
          <a:lstStyle>
            <a:lvl1pPr marL="0" indent="0">
              <a:buNone/>
              <a:defRPr sz="3414" b="1"/>
            </a:lvl1pPr>
            <a:lvl2pPr marL="650458" indent="0">
              <a:buNone/>
              <a:defRPr sz="2845" b="1"/>
            </a:lvl2pPr>
            <a:lvl3pPr marL="1300917" indent="0">
              <a:buNone/>
              <a:defRPr sz="2561" b="1"/>
            </a:lvl3pPr>
            <a:lvl4pPr marL="1951375" indent="0">
              <a:buNone/>
              <a:defRPr sz="2276" b="1"/>
            </a:lvl4pPr>
            <a:lvl5pPr marL="2601834" indent="0">
              <a:buNone/>
              <a:defRPr sz="2276" b="1"/>
            </a:lvl5pPr>
            <a:lvl6pPr marL="3252292" indent="0">
              <a:buNone/>
              <a:defRPr sz="2276" b="1"/>
            </a:lvl6pPr>
            <a:lvl7pPr marL="3902751" indent="0">
              <a:buNone/>
              <a:defRPr sz="2276" b="1"/>
            </a:lvl7pPr>
            <a:lvl8pPr marL="4553209" indent="0">
              <a:buNone/>
              <a:defRPr sz="2276" b="1"/>
            </a:lvl8pPr>
            <a:lvl9pPr marL="5203668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77179"/>
            <a:ext cx="3030141" cy="5227225"/>
          </a:xfrm>
        </p:spPr>
        <p:txBody>
          <a:bodyPr/>
          <a:lstStyle>
            <a:lvl1pPr>
              <a:defRPr sz="3414"/>
            </a:lvl1pPr>
            <a:lvl2pPr>
              <a:defRPr sz="2845"/>
            </a:lvl2pPr>
            <a:lvl3pPr>
              <a:defRPr sz="2561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030826"/>
            <a:ext cx="3031331" cy="846352"/>
          </a:xfrm>
        </p:spPr>
        <p:txBody>
          <a:bodyPr anchor="b"/>
          <a:lstStyle>
            <a:lvl1pPr marL="0" indent="0">
              <a:buNone/>
              <a:defRPr sz="3414" b="1"/>
            </a:lvl1pPr>
            <a:lvl2pPr marL="650458" indent="0">
              <a:buNone/>
              <a:defRPr sz="2845" b="1"/>
            </a:lvl2pPr>
            <a:lvl3pPr marL="1300917" indent="0">
              <a:buNone/>
              <a:defRPr sz="2561" b="1"/>
            </a:lvl3pPr>
            <a:lvl4pPr marL="1951375" indent="0">
              <a:buNone/>
              <a:defRPr sz="2276" b="1"/>
            </a:lvl4pPr>
            <a:lvl5pPr marL="2601834" indent="0">
              <a:buNone/>
              <a:defRPr sz="2276" b="1"/>
            </a:lvl5pPr>
            <a:lvl6pPr marL="3252292" indent="0">
              <a:buNone/>
              <a:defRPr sz="2276" b="1"/>
            </a:lvl6pPr>
            <a:lvl7pPr marL="3902751" indent="0">
              <a:buNone/>
              <a:defRPr sz="2276" b="1"/>
            </a:lvl7pPr>
            <a:lvl8pPr marL="4553209" indent="0">
              <a:buNone/>
              <a:defRPr sz="2276" b="1"/>
            </a:lvl8pPr>
            <a:lvl9pPr marL="5203668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2877179"/>
            <a:ext cx="3031331" cy="5227225"/>
          </a:xfrm>
        </p:spPr>
        <p:txBody>
          <a:bodyPr/>
          <a:lstStyle>
            <a:lvl1pPr>
              <a:defRPr sz="3414"/>
            </a:lvl1pPr>
            <a:lvl2pPr>
              <a:defRPr sz="2845"/>
            </a:lvl2pPr>
            <a:lvl3pPr>
              <a:defRPr sz="2561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1" y="361223"/>
            <a:ext cx="2256235" cy="1537295"/>
          </a:xfrm>
        </p:spPr>
        <p:txBody>
          <a:bodyPr anchor="b"/>
          <a:lstStyle>
            <a:lvl1pPr algn="l">
              <a:defRPr sz="284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1225"/>
            <a:ext cx="3833813" cy="7743181"/>
          </a:xfrm>
        </p:spPr>
        <p:txBody>
          <a:bodyPr/>
          <a:lstStyle>
            <a:lvl1pPr>
              <a:defRPr sz="4553"/>
            </a:lvl1pPr>
            <a:lvl2pPr>
              <a:defRPr sz="3984"/>
            </a:lvl2pPr>
            <a:lvl3pPr>
              <a:defRPr sz="3414"/>
            </a:lvl3pPr>
            <a:lvl4pPr>
              <a:defRPr sz="2845"/>
            </a:lvl4pPr>
            <a:lvl5pPr>
              <a:defRPr sz="2845"/>
            </a:lvl5pPr>
            <a:lvl6pPr>
              <a:defRPr sz="2845"/>
            </a:lvl6pPr>
            <a:lvl7pPr>
              <a:defRPr sz="2845"/>
            </a:lvl7pPr>
            <a:lvl8pPr>
              <a:defRPr sz="2845"/>
            </a:lvl8pPr>
            <a:lvl9pPr>
              <a:defRPr sz="284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1" y="1898520"/>
            <a:ext cx="2256235" cy="6205886"/>
          </a:xfrm>
        </p:spPr>
        <p:txBody>
          <a:bodyPr/>
          <a:lstStyle>
            <a:lvl1pPr marL="0" indent="0">
              <a:buNone/>
              <a:defRPr sz="1992"/>
            </a:lvl1pPr>
            <a:lvl2pPr marL="650458" indent="0">
              <a:buNone/>
              <a:defRPr sz="1707"/>
            </a:lvl2pPr>
            <a:lvl3pPr marL="1300917" indent="0">
              <a:buNone/>
              <a:defRPr sz="1423"/>
            </a:lvl3pPr>
            <a:lvl4pPr marL="1951375" indent="0">
              <a:buNone/>
              <a:defRPr sz="1280"/>
            </a:lvl4pPr>
            <a:lvl5pPr marL="2601834" indent="0">
              <a:buNone/>
              <a:defRPr sz="1280"/>
            </a:lvl5pPr>
            <a:lvl6pPr marL="3252292" indent="0">
              <a:buNone/>
              <a:defRPr sz="1280"/>
            </a:lvl6pPr>
            <a:lvl7pPr marL="3902751" indent="0">
              <a:buNone/>
              <a:defRPr sz="1280"/>
            </a:lvl7pPr>
            <a:lvl8pPr marL="4553209" indent="0">
              <a:buNone/>
              <a:defRPr sz="1280"/>
            </a:lvl8pPr>
            <a:lvl9pPr marL="5203668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350794"/>
            <a:ext cx="4114800" cy="749747"/>
          </a:xfrm>
        </p:spPr>
        <p:txBody>
          <a:bodyPr anchor="b"/>
          <a:lstStyle>
            <a:lvl1pPr algn="l">
              <a:defRPr sz="284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0651"/>
            <a:ext cx="4114800" cy="5443538"/>
          </a:xfrm>
        </p:spPr>
        <p:txBody>
          <a:bodyPr/>
          <a:lstStyle>
            <a:lvl1pPr marL="0" indent="0">
              <a:buNone/>
              <a:defRPr sz="4553"/>
            </a:lvl1pPr>
            <a:lvl2pPr marL="650458" indent="0">
              <a:buNone/>
              <a:defRPr sz="3984"/>
            </a:lvl2pPr>
            <a:lvl3pPr marL="1300917" indent="0">
              <a:buNone/>
              <a:defRPr sz="3414"/>
            </a:lvl3pPr>
            <a:lvl4pPr marL="1951375" indent="0">
              <a:buNone/>
              <a:defRPr sz="2845"/>
            </a:lvl4pPr>
            <a:lvl5pPr marL="2601834" indent="0">
              <a:buNone/>
              <a:defRPr sz="2845"/>
            </a:lvl5pPr>
            <a:lvl6pPr marL="3252292" indent="0">
              <a:buNone/>
              <a:defRPr sz="2845"/>
            </a:lvl6pPr>
            <a:lvl7pPr marL="3902751" indent="0">
              <a:buNone/>
              <a:defRPr sz="2845"/>
            </a:lvl7pPr>
            <a:lvl8pPr marL="4553209" indent="0">
              <a:buNone/>
              <a:defRPr sz="2845"/>
            </a:lvl8pPr>
            <a:lvl9pPr marL="5203668" indent="0">
              <a:buNone/>
              <a:defRPr sz="284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00542"/>
            <a:ext cx="4114800" cy="1064765"/>
          </a:xfrm>
        </p:spPr>
        <p:txBody>
          <a:bodyPr/>
          <a:lstStyle>
            <a:lvl1pPr marL="0" indent="0">
              <a:buNone/>
              <a:defRPr sz="1992"/>
            </a:lvl1pPr>
            <a:lvl2pPr marL="650458" indent="0">
              <a:buNone/>
              <a:defRPr sz="1707"/>
            </a:lvl2pPr>
            <a:lvl3pPr marL="1300917" indent="0">
              <a:buNone/>
              <a:defRPr sz="1423"/>
            </a:lvl3pPr>
            <a:lvl4pPr marL="1951375" indent="0">
              <a:buNone/>
              <a:defRPr sz="1280"/>
            </a:lvl4pPr>
            <a:lvl5pPr marL="2601834" indent="0">
              <a:buNone/>
              <a:defRPr sz="1280"/>
            </a:lvl5pPr>
            <a:lvl6pPr marL="3252292" indent="0">
              <a:buNone/>
              <a:defRPr sz="1280"/>
            </a:lvl6pPr>
            <a:lvl7pPr marL="3902751" indent="0">
              <a:buNone/>
              <a:defRPr sz="1280"/>
            </a:lvl7pPr>
            <a:lvl8pPr marL="4553209" indent="0">
              <a:buNone/>
              <a:defRPr sz="1280"/>
            </a:lvl8pPr>
            <a:lvl9pPr marL="5203668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3326"/>
            <a:ext cx="1543050" cy="77410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3326"/>
            <a:ext cx="4514850" cy="7741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3323"/>
            <a:ext cx="6172200" cy="1512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16934"/>
            <a:ext cx="6172200" cy="5987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08924"/>
            <a:ext cx="1600200" cy="483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08924"/>
            <a:ext cx="2171700" cy="483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08924"/>
            <a:ext cx="1600200" cy="483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50458" rtl="0" eaLnBrk="1" latinLnBrk="0" hangingPunct="1">
        <a:spcBef>
          <a:spcPct val="0"/>
        </a:spcBef>
        <a:buNone/>
        <a:defRPr sz="62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844" indent="-487844" algn="l" defTabSz="650458" rtl="0" eaLnBrk="1" latinLnBrk="0" hangingPunct="1">
        <a:spcBef>
          <a:spcPct val="20000"/>
        </a:spcBef>
        <a:buFont typeface="Arial"/>
        <a:buChar char="•"/>
        <a:defRPr sz="4553" kern="1200">
          <a:solidFill>
            <a:schemeClr val="tx1"/>
          </a:solidFill>
          <a:latin typeface="+mn-lt"/>
          <a:ea typeface="+mn-ea"/>
          <a:cs typeface="+mn-cs"/>
        </a:defRPr>
      </a:lvl1pPr>
      <a:lvl2pPr marL="1056995" indent="-406537" algn="l" defTabSz="650458" rtl="0" eaLnBrk="1" latinLnBrk="0" hangingPunct="1">
        <a:spcBef>
          <a:spcPct val="20000"/>
        </a:spcBef>
        <a:buFont typeface="Arial"/>
        <a:buChar char="–"/>
        <a:defRPr sz="3984" kern="1200">
          <a:solidFill>
            <a:schemeClr val="tx1"/>
          </a:solidFill>
          <a:latin typeface="+mn-lt"/>
          <a:ea typeface="+mn-ea"/>
          <a:cs typeface="+mn-cs"/>
        </a:defRPr>
      </a:lvl2pPr>
      <a:lvl3pPr marL="1626146" indent="-325229" algn="l" defTabSz="650458" rtl="0" eaLnBrk="1" latinLnBrk="0" hangingPunct="1">
        <a:spcBef>
          <a:spcPct val="20000"/>
        </a:spcBef>
        <a:buFont typeface="Arial"/>
        <a:buChar char="•"/>
        <a:defRPr sz="3414" kern="1200">
          <a:solidFill>
            <a:schemeClr val="tx1"/>
          </a:solidFill>
          <a:latin typeface="+mn-lt"/>
          <a:ea typeface="+mn-ea"/>
          <a:cs typeface="+mn-cs"/>
        </a:defRPr>
      </a:lvl3pPr>
      <a:lvl4pPr marL="2276605" indent="-325229" algn="l" defTabSz="650458" rtl="0" eaLnBrk="1" latinLnBrk="0" hangingPunct="1">
        <a:spcBef>
          <a:spcPct val="20000"/>
        </a:spcBef>
        <a:buFont typeface="Arial"/>
        <a:buChar char="–"/>
        <a:defRPr sz="2845" kern="1200">
          <a:solidFill>
            <a:schemeClr val="tx1"/>
          </a:solidFill>
          <a:latin typeface="+mn-lt"/>
          <a:ea typeface="+mn-ea"/>
          <a:cs typeface="+mn-cs"/>
        </a:defRPr>
      </a:lvl4pPr>
      <a:lvl5pPr marL="2927063" indent="-325229" algn="l" defTabSz="650458" rtl="0" eaLnBrk="1" latinLnBrk="0" hangingPunct="1">
        <a:spcBef>
          <a:spcPct val="20000"/>
        </a:spcBef>
        <a:buFont typeface="Arial"/>
        <a:buChar char="»"/>
        <a:defRPr sz="2845" kern="1200">
          <a:solidFill>
            <a:schemeClr val="tx1"/>
          </a:solidFill>
          <a:latin typeface="+mn-lt"/>
          <a:ea typeface="+mn-ea"/>
          <a:cs typeface="+mn-cs"/>
        </a:defRPr>
      </a:lvl5pPr>
      <a:lvl6pPr marL="3577521" indent="-325229" algn="l" defTabSz="650458" rtl="0" eaLnBrk="1" latinLnBrk="0" hangingPunct="1">
        <a:spcBef>
          <a:spcPct val="20000"/>
        </a:spcBef>
        <a:buFont typeface="Arial"/>
        <a:buChar char="•"/>
        <a:defRPr sz="2845" kern="1200">
          <a:solidFill>
            <a:schemeClr val="tx1"/>
          </a:solidFill>
          <a:latin typeface="+mn-lt"/>
          <a:ea typeface="+mn-ea"/>
          <a:cs typeface="+mn-cs"/>
        </a:defRPr>
      </a:lvl6pPr>
      <a:lvl7pPr marL="4227980" indent="-325229" algn="l" defTabSz="650458" rtl="0" eaLnBrk="1" latinLnBrk="0" hangingPunct="1">
        <a:spcBef>
          <a:spcPct val="20000"/>
        </a:spcBef>
        <a:buFont typeface="Arial"/>
        <a:buChar char="•"/>
        <a:defRPr sz="2845" kern="1200">
          <a:solidFill>
            <a:schemeClr val="tx1"/>
          </a:solidFill>
          <a:latin typeface="+mn-lt"/>
          <a:ea typeface="+mn-ea"/>
          <a:cs typeface="+mn-cs"/>
        </a:defRPr>
      </a:lvl7pPr>
      <a:lvl8pPr marL="4878438" indent="-325229" algn="l" defTabSz="650458" rtl="0" eaLnBrk="1" latinLnBrk="0" hangingPunct="1">
        <a:spcBef>
          <a:spcPct val="20000"/>
        </a:spcBef>
        <a:buFont typeface="Arial"/>
        <a:buChar char="•"/>
        <a:defRPr sz="2845" kern="1200">
          <a:solidFill>
            <a:schemeClr val="tx1"/>
          </a:solidFill>
          <a:latin typeface="+mn-lt"/>
          <a:ea typeface="+mn-ea"/>
          <a:cs typeface="+mn-cs"/>
        </a:defRPr>
      </a:lvl8pPr>
      <a:lvl9pPr marL="5528897" indent="-325229" algn="l" defTabSz="650458" rtl="0" eaLnBrk="1" latinLnBrk="0" hangingPunct="1">
        <a:spcBef>
          <a:spcPct val="20000"/>
        </a:spcBef>
        <a:buFont typeface="Arial"/>
        <a:buChar char="•"/>
        <a:defRPr sz="28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0458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1pPr>
      <a:lvl2pPr marL="650458" algn="l" defTabSz="650458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2pPr>
      <a:lvl3pPr marL="1300917" algn="l" defTabSz="650458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3pPr>
      <a:lvl4pPr marL="1951375" algn="l" defTabSz="650458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4pPr>
      <a:lvl5pPr marL="2601834" algn="l" defTabSz="650458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5pPr>
      <a:lvl6pPr marL="3252292" algn="l" defTabSz="650458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6pPr>
      <a:lvl7pPr marL="3902751" algn="l" defTabSz="650458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7pPr>
      <a:lvl8pPr marL="4553209" algn="l" defTabSz="650458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8pPr>
      <a:lvl9pPr marL="5203668" algn="l" defTabSz="650458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able 8">
            <a:extLst>
              <a:ext uri="{FF2B5EF4-FFF2-40B4-BE49-F238E27FC236}">
                <a16:creationId xmlns:a16="http://schemas.microsoft.com/office/drawing/2014/main" id="{E2FA5369-BD81-4071-9744-806AEBC90E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284305"/>
              </p:ext>
            </p:extLst>
          </p:nvPr>
        </p:nvGraphicFramePr>
        <p:xfrm>
          <a:off x="4328" y="2"/>
          <a:ext cx="6853672" cy="7629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338">
                  <a:extLst>
                    <a:ext uri="{9D8B030D-6E8A-4147-A177-3AD203B41FA5}">
                      <a16:colId xmlns:a16="http://schemas.microsoft.com/office/drawing/2014/main" val="4259470647"/>
                    </a:ext>
                  </a:extLst>
                </a:gridCol>
                <a:gridCol w="1029422">
                  <a:extLst>
                    <a:ext uri="{9D8B030D-6E8A-4147-A177-3AD203B41FA5}">
                      <a16:colId xmlns:a16="http://schemas.microsoft.com/office/drawing/2014/main" val="3357401299"/>
                    </a:ext>
                  </a:extLst>
                </a:gridCol>
                <a:gridCol w="2004841">
                  <a:extLst>
                    <a:ext uri="{9D8B030D-6E8A-4147-A177-3AD203B41FA5}">
                      <a16:colId xmlns:a16="http://schemas.microsoft.com/office/drawing/2014/main" val="2604762144"/>
                    </a:ext>
                  </a:extLst>
                </a:gridCol>
                <a:gridCol w="1713875">
                  <a:extLst>
                    <a:ext uri="{9D8B030D-6E8A-4147-A177-3AD203B41FA5}">
                      <a16:colId xmlns:a16="http://schemas.microsoft.com/office/drawing/2014/main" val="103914620"/>
                    </a:ext>
                  </a:extLst>
                </a:gridCol>
                <a:gridCol w="1540196">
                  <a:extLst>
                    <a:ext uri="{9D8B030D-6E8A-4147-A177-3AD203B41FA5}">
                      <a16:colId xmlns:a16="http://schemas.microsoft.com/office/drawing/2014/main" val="1551525943"/>
                    </a:ext>
                  </a:extLst>
                </a:gridCol>
              </a:tblGrid>
              <a:tr h="271997">
                <a:tc gridSpan="4">
                  <a:txBody>
                    <a:bodyPr/>
                    <a:lstStyle/>
                    <a:p>
                      <a:r>
                        <a:rPr lang="vi-VN" sz="1200" dirty="0">
                          <a:solidFill>
                            <a:schemeClr val="bg1"/>
                          </a:solidFill>
                          <a:latin typeface="+mj-lt"/>
                        </a:rPr>
                        <a:t>QUY TRÌNH THỰC HIỆN HỘI NGHỊ, HỘI THẢO QUỐC GIA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sz="10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944431"/>
                  </a:ext>
                </a:extLst>
              </a:tr>
              <a:tr h="257891">
                <a:tc>
                  <a:txBody>
                    <a:bodyPr/>
                    <a:lstStyle/>
                    <a:p>
                      <a:pPr algn="ctr"/>
                      <a:r>
                        <a:rPr lang="vi-VN" sz="1000" b="1" dirty="0">
                          <a:solidFill>
                            <a:schemeClr val="bg1"/>
                          </a:solidFill>
                          <a:latin typeface="+mj-lt"/>
                        </a:rPr>
                        <a:t>Bước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 b="1" dirty="0">
                          <a:solidFill>
                            <a:schemeClr val="bg1"/>
                          </a:solidFill>
                          <a:latin typeface="+mj-lt"/>
                        </a:rPr>
                        <a:t>Trách nhiệm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 b="1" dirty="0">
                          <a:solidFill>
                            <a:schemeClr val="bg1"/>
                          </a:solidFill>
                          <a:latin typeface="+mj-lt"/>
                        </a:rPr>
                        <a:t>Nội dung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 b="1" dirty="0">
                          <a:solidFill>
                            <a:schemeClr val="bg1"/>
                          </a:solidFill>
                          <a:latin typeface="+mj-lt"/>
                        </a:rPr>
                        <a:t>Mô tả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Hồ sơ/Biểu mẫu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43811"/>
                  </a:ext>
                </a:extLst>
              </a:tr>
              <a:tr h="1314653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rowSpan="10">
                  <a:txBody>
                    <a:bodyPr/>
                    <a:lstStyle/>
                    <a:p>
                      <a:endParaRPr lang="vi-VN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Đơn vị tổ chức gửi hồ sơ đăng ký về Phòng KHCN gồm các nội dung: tên, quy mô, mục đích, thành phần tham dự, hội đồng khoa học, báo cáo viên chính, chủ đề báo cáo, thời gian – địa điểm tổ chức, chi phí, đơn vị phối hợp (nếu có), công bố bài viết… </a:t>
                      </a:r>
                      <a:r>
                        <a:rPr lang="vi-VN" sz="9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(Trước 120 ngày tổ chức)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BM01A/QT.KHCN.03;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BM02B/QT.KHCN.03.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MOU/MOA (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Nếu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316148"/>
                  </a:ext>
                </a:extLst>
              </a:tr>
              <a:tr h="1088837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BGH</a:t>
                      </a:r>
                    </a:p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KHCN</a:t>
                      </a:r>
                    </a:p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  <a:endParaRPr lang="vi-VN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KHCN kiểm tra hồ sơ đăng ký:</a:t>
                      </a:r>
                      <a:b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Nếu chưa đạt: phản hồi đơn vị tổ chức bổ sung</a:t>
                      </a:r>
                      <a:b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Nếu đạt: trình BGH xem xét phê duyệt </a:t>
                      </a:r>
                      <a:r>
                        <a:rPr lang="vi-VN" sz="900" b="0" i="0" kern="1200" baseline="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(07 ngày)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Toàn bộ hồ sơ bước 1 </a:t>
                      </a: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442070"/>
                  </a:ext>
                </a:extLst>
              </a:tr>
              <a:tr h="641283">
                <a:tc>
                  <a:txBody>
                    <a:bodyPr/>
                    <a:lstStyle/>
                    <a:p>
                      <a:pPr algn="ctr"/>
                      <a:endParaRPr lang="vi-VN" sz="10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vi-VN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 khi được BGH phê duyệt hồ sơ đăng ký đơn vị xây dựng kế hoạch chi tiết và gửi về P.KHCN</a:t>
                      </a:r>
                      <a:r>
                        <a:rPr lang="vi-VN" sz="900" b="0" i="0" kern="1200" baseline="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(Trước 90 ngày tổ chức)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BM04/QT.KHCN.03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516501"/>
                  </a:ext>
                </a:extLst>
              </a:tr>
              <a:tr h="543994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chemeClr val="tx1"/>
                          </a:solidFill>
                          <a:latin typeface="+mj-lt"/>
                        </a:rPr>
                        <a:t>- </a:t>
                      </a: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BTT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TCNTT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buFontTx/>
                        <a:buNone/>
                      </a:pP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Thiết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diện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website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email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đăng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ký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gửi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bài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(15 </a:t>
                      </a:r>
                      <a:r>
                        <a:rPr lang="en-US" sz="900" dirty="0" err="1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9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742719"/>
                  </a:ext>
                </a:extLst>
              </a:tr>
              <a:tr h="634660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BTT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HĐKH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Gửi thư mời, tiếp nhận bài viết và phản biện theo hình thức ĐVTC quy định </a:t>
                      </a:r>
                      <a:r>
                        <a:rPr lang="vi-VN" sz="9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(Từ 30 ngày đến 90 ngày)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bày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quy</a:t>
                      </a: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ĐVTC.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756323"/>
                  </a:ext>
                </a:extLst>
              </a:tr>
              <a:tr h="651691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HĐKH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Phản biện bài, biên tập và xuất bản kỷ yếu. Nếu chưa đạt thì phản hồi tác giả. Nếu đạt thì đưa vào xuất bản 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BM05/QT.KHCN.03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429933"/>
                  </a:ext>
                </a:extLst>
              </a:tr>
              <a:tr h="498661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06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TCKT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Triển khai thu phí theo hình thức đã được phê duyệt </a:t>
                      </a:r>
                      <a:r>
                        <a:rPr lang="vi-VN" sz="9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(Trước 30 ngày tổ chức)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765298"/>
                  </a:ext>
                </a:extLst>
              </a:tr>
              <a:tr h="715206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07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 hiện các phiên khai mạc, báo cáo, thảo luận, hỗ trợ kỹ thuật, điều phối chương trình, chụp ảnh, lập biên bản…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674167"/>
                  </a:ext>
                </a:extLst>
              </a:tr>
              <a:tr h="586874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08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TCKT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KHCN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 hợp hồ sơ thanh toán, lập báo cáo kết quả tổ chức gửi các bên liên quan </a:t>
                      </a:r>
                      <a:r>
                        <a:rPr lang="vi-VN" sz="9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(02 ngày)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Theo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quy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QT.TCKT.04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TCKT;</a:t>
                      </a:r>
                    </a:p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BM06B/QT.KHCN.03.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395191"/>
                  </a:ext>
                </a:extLst>
              </a:tr>
              <a:tr h="392885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09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KHCN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vi-VN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Lưu hồ sơ đầy đủ tại đơn vị tổ chức và các bên liên quan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Toàn bộ hồ sơ</a:t>
                      </a: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017995"/>
                  </a:ext>
                </a:extLst>
              </a:tr>
            </a:tbl>
          </a:graphicData>
        </a:graphic>
      </p:graphicFrame>
      <p:graphicFrame>
        <p:nvGraphicFramePr>
          <p:cNvPr id="35" name="Table 56">
            <a:extLst>
              <a:ext uri="{FF2B5EF4-FFF2-40B4-BE49-F238E27FC236}">
                <a16:creationId xmlns:a16="http://schemas.microsoft.com/office/drawing/2014/main" id="{328855ED-8645-4395-BCFC-6329C581B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164372"/>
              </p:ext>
            </p:extLst>
          </p:nvPr>
        </p:nvGraphicFramePr>
        <p:xfrm>
          <a:off x="0" y="7648881"/>
          <a:ext cx="6853673" cy="14187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361">
                  <a:extLst>
                    <a:ext uri="{9D8B030D-6E8A-4147-A177-3AD203B41FA5}">
                      <a16:colId xmlns:a16="http://schemas.microsoft.com/office/drawing/2014/main" val="1198402807"/>
                    </a:ext>
                  </a:extLst>
                </a:gridCol>
                <a:gridCol w="2403195">
                  <a:extLst>
                    <a:ext uri="{9D8B030D-6E8A-4147-A177-3AD203B41FA5}">
                      <a16:colId xmlns:a16="http://schemas.microsoft.com/office/drawing/2014/main" val="2223061294"/>
                    </a:ext>
                  </a:extLst>
                </a:gridCol>
                <a:gridCol w="208361">
                  <a:extLst>
                    <a:ext uri="{9D8B030D-6E8A-4147-A177-3AD203B41FA5}">
                      <a16:colId xmlns:a16="http://schemas.microsoft.com/office/drawing/2014/main" val="351499909"/>
                    </a:ext>
                  </a:extLst>
                </a:gridCol>
                <a:gridCol w="1490356">
                  <a:extLst>
                    <a:ext uri="{9D8B030D-6E8A-4147-A177-3AD203B41FA5}">
                      <a16:colId xmlns:a16="http://schemas.microsoft.com/office/drawing/2014/main" val="3260828008"/>
                    </a:ext>
                  </a:extLst>
                </a:gridCol>
                <a:gridCol w="1173001">
                  <a:extLst>
                    <a:ext uri="{9D8B030D-6E8A-4147-A177-3AD203B41FA5}">
                      <a16:colId xmlns:a16="http://schemas.microsoft.com/office/drawing/2014/main" val="1736909761"/>
                    </a:ext>
                  </a:extLst>
                </a:gridCol>
                <a:gridCol w="1370399">
                  <a:extLst>
                    <a:ext uri="{9D8B030D-6E8A-4147-A177-3AD203B41FA5}">
                      <a16:colId xmlns:a16="http://schemas.microsoft.com/office/drawing/2014/main" val="2015967648"/>
                    </a:ext>
                  </a:extLst>
                </a:gridCol>
              </a:tblGrid>
              <a:tr h="228082">
                <a:tc gridSpan="2">
                  <a:txBody>
                    <a:bodyPr/>
                    <a:lstStyle/>
                    <a:p>
                      <a:pPr algn="ctr"/>
                      <a:r>
                        <a:rPr lang="vi-VN" sz="800" b="1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BIỂU MẪU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vi-VN" sz="900" b="1" dirty="0">
                          <a:solidFill>
                            <a:schemeClr val="bg1"/>
                          </a:solidFill>
                          <a:latin typeface="+mj-lt"/>
                        </a:rPr>
                        <a:t>PHÊ DUYỆT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vi-VN" sz="9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381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56235725"/>
                  </a:ext>
                </a:extLst>
              </a:tr>
              <a:tr h="1190147">
                <a:tc>
                  <a:txBody>
                    <a:bodyPr/>
                    <a:lstStyle/>
                    <a:p>
                      <a:endParaRPr lang="vi-VN" sz="900">
                        <a:latin typeface="+mj-lt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800" b="1" dirty="0">
                          <a:latin typeface="+mj-lt"/>
                        </a:rPr>
                        <a:t>- </a:t>
                      </a:r>
                      <a:r>
                        <a:rPr kumimoji="0" lang="en-US" sz="8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BM01A/QT.KHCN.03</a:t>
                      </a:r>
                      <a:r>
                        <a:rPr lang="en-US" sz="8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Phiếu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đăng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ký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quốc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quốc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</a:t>
                      </a:r>
                      <a:endParaRPr lang="en-US" sz="800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US" sz="8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BM02B/QT.KHCN.03</a:t>
                      </a:r>
                      <a:r>
                        <a:rPr lang="en-US" sz="8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xin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quốc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</a:t>
                      </a:r>
                      <a:endParaRPr lang="en-US" sz="800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800" dirty="0">
                          <a:latin typeface="+mj-lt"/>
                        </a:rPr>
                        <a:t>- </a:t>
                      </a:r>
                      <a:r>
                        <a:rPr kumimoji="0" lang="en-US" sz="8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BM04A/QT.KHCN.03</a:t>
                      </a:r>
                      <a:r>
                        <a:rPr kumimoji="0" lang="en-US" sz="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hoạch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tổ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vi-VN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quốc tế/quốc gia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US" sz="8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BM05/QT.KHCN.03</a:t>
                      </a:r>
                      <a:r>
                        <a:rPr lang="en-US" sz="8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Phiếu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phản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biện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bài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KH</a:t>
                      </a:r>
                      <a:endParaRPr lang="vi-VN" sz="800" b="0" dirty="0">
                        <a:latin typeface="+mj-lt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0" lang="en-US" sz="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vi-VN" sz="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BM06B</a:t>
                      </a:r>
                      <a:r>
                        <a:rPr kumimoji="0" lang="en-US" sz="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/QT.KHCN.03</a:t>
                      </a:r>
                      <a:r>
                        <a:rPr kumimoji="0" lang="en-US" sz="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Báo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cáo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tổ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quốc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gia</a:t>
                      </a:r>
                      <a:endParaRPr kumimoji="0" lang="en-US" sz="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ĐƠN VỊ SOẠN THẢO</a:t>
                      </a:r>
                    </a:p>
                    <a:p>
                      <a:pPr algn="ctr"/>
                      <a:r>
                        <a:rPr lang="vi-VN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KHCN</a:t>
                      </a:r>
                    </a:p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ThS</a:t>
                      </a:r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Thị Thanh </a:t>
                      </a:r>
                      <a:r>
                        <a:rPr lang="en-US" sz="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Thoan</a:t>
                      </a:r>
                      <a:endParaRPr lang="vi-VN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ĐƠN VỊ KIỂM TRA</a:t>
                      </a:r>
                    </a:p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P. ĐBCL&amp;KĐ</a:t>
                      </a: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800" b="1" dirty="0">
                          <a:latin typeface="+mj-lt"/>
                        </a:rPr>
                        <a:t>..…………….………………….</a:t>
                      </a:r>
                      <a:endParaRPr lang="vi-VN" sz="800" b="1" dirty="0">
                        <a:latin typeface="+mj-lt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PHÊ DUYỆT</a:t>
                      </a:r>
                    </a:p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HIỆU TRƯỞNG</a:t>
                      </a: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800" b="1" dirty="0">
                          <a:latin typeface="+mj-lt"/>
                        </a:rPr>
                        <a:t>…………………………………………</a:t>
                      </a:r>
                      <a:endParaRPr lang="vi-VN" sz="800" b="1" dirty="0">
                        <a:latin typeface="+mj-lt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100279"/>
                  </a:ext>
                </a:extLst>
              </a:tr>
            </a:tbl>
          </a:graphicData>
        </a:graphic>
      </p:graphicFrame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014C986-ACA7-4CC6-AD66-5B4AFA1DEDB0}"/>
              </a:ext>
            </a:extLst>
          </p:cNvPr>
          <p:cNvCxnSpPr>
            <a:cxnSpLocks/>
          </p:cNvCxnSpPr>
          <p:nvPr/>
        </p:nvCxnSpPr>
        <p:spPr>
          <a:xfrm>
            <a:off x="2604905" y="5207025"/>
            <a:ext cx="0" cy="274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1015008-8DFC-4DB0-BDD8-8E7526C7E387}"/>
              </a:ext>
            </a:extLst>
          </p:cNvPr>
          <p:cNvSpPr/>
          <p:nvPr/>
        </p:nvSpPr>
        <p:spPr>
          <a:xfrm>
            <a:off x="2083664" y="7280139"/>
            <a:ext cx="1090577" cy="318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kern="1200" dirty="0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Lưu </a:t>
            </a:r>
            <a:r>
              <a:rPr lang="en-US" sz="900" b="1" kern="1200" dirty="0" err="1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hồ</a:t>
            </a:r>
            <a:r>
              <a:rPr lang="en-US" sz="900" b="1" kern="1200" dirty="0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900" b="1" kern="1200" dirty="0" err="1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sơ</a:t>
            </a:r>
            <a:endParaRPr lang="vi-VN" sz="900" b="1" kern="1200" dirty="0">
              <a:solidFill>
                <a:srgbClr val="FFF9F9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9B8724B-7419-476B-A8A8-C22588BD6678}"/>
              </a:ext>
            </a:extLst>
          </p:cNvPr>
          <p:cNvSpPr/>
          <p:nvPr/>
        </p:nvSpPr>
        <p:spPr>
          <a:xfrm>
            <a:off x="2040562" y="1219795"/>
            <a:ext cx="1038225" cy="350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9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Đăng ký tổ chức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FD224E9-8569-434F-B4FA-ECEE082E27DB}"/>
              </a:ext>
            </a:extLst>
          </p:cNvPr>
          <p:cNvCxnSpPr>
            <a:cxnSpLocks/>
          </p:cNvCxnSpPr>
          <p:nvPr/>
        </p:nvCxnSpPr>
        <p:spPr>
          <a:xfrm>
            <a:off x="2604905" y="1570361"/>
            <a:ext cx="0" cy="249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72A15FE-5571-4A28-B88C-EEC2F13520F7}"/>
              </a:ext>
            </a:extLst>
          </p:cNvPr>
          <p:cNvCxnSpPr>
            <a:cxnSpLocks/>
          </p:cNvCxnSpPr>
          <p:nvPr/>
        </p:nvCxnSpPr>
        <p:spPr>
          <a:xfrm>
            <a:off x="2619775" y="7083628"/>
            <a:ext cx="0" cy="18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68335ED-17CF-410B-83D0-6D47E2B379AF}"/>
              </a:ext>
            </a:extLst>
          </p:cNvPr>
          <p:cNvSpPr/>
          <p:nvPr/>
        </p:nvSpPr>
        <p:spPr>
          <a:xfrm>
            <a:off x="1866022" y="6708978"/>
            <a:ext cx="1524141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Thanh toán chi phí tổ chức </a:t>
            </a:r>
          </a:p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 báo cáo kết quả tổ chức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955598A-FB55-49A8-ABC6-B4E45CB65502}"/>
              </a:ext>
            </a:extLst>
          </p:cNvPr>
          <p:cNvCxnSpPr>
            <a:cxnSpLocks/>
          </p:cNvCxnSpPr>
          <p:nvPr/>
        </p:nvCxnSpPr>
        <p:spPr>
          <a:xfrm>
            <a:off x="2612303" y="6373842"/>
            <a:ext cx="0" cy="302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5A94BCA6-5904-4E58-82C1-CB81129714A2}"/>
              </a:ext>
            </a:extLst>
          </p:cNvPr>
          <p:cNvSpPr/>
          <p:nvPr/>
        </p:nvSpPr>
        <p:spPr>
          <a:xfrm>
            <a:off x="2065887" y="6055807"/>
            <a:ext cx="1075226" cy="3588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Tổ chức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DC26316-9B26-4B3D-AC97-4971BE14FA28}"/>
              </a:ext>
            </a:extLst>
          </p:cNvPr>
          <p:cNvCxnSpPr>
            <a:cxnSpLocks/>
          </p:cNvCxnSpPr>
          <p:nvPr/>
        </p:nvCxnSpPr>
        <p:spPr>
          <a:xfrm>
            <a:off x="2596030" y="5698076"/>
            <a:ext cx="0" cy="366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9B37684F-C436-4A41-946A-F605A4295C89}"/>
              </a:ext>
            </a:extLst>
          </p:cNvPr>
          <p:cNvSpPr/>
          <p:nvPr/>
        </p:nvSpPr>
        <p:spPr>
          <a:xfrm>
            <a:off x="2075861" y="5514683"/>
            <a:ext cx="1065257" cy="264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Thu phí tham dự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BCB965-E76C-469A-93FF-3D538F59A5C0}"/>
              </a:ext>
            </a:extLst>
          </p:cNvPr>
          <p:cNvSpPr txBox="1"/>
          <p:nvPr/>
        </p:nvSpPr>
        <p:spPr>
          <a:xfrm>
            <a:off x="2587407" y="5245339"/>
            <a:ext cx="5191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/>
            <a:r>
              <a:rPr lang="en-VN" sz="8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Đạt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B7BF71-80A5-44AF-9A22-2B0A0CF83A7C}"/>
              </a:ext>
            </a:extLst>
          </p:cNvPr>
          <p:cNvSpPr txBox="1"/>
          <p:nvPr/>
        </p:nvSpPr>
        <p:spPr>
          <a:xfrm>
            <a:off x="1863063" y="5228977"/>
            <a:ext cx="6144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/>
            <a:r>
              <a:rPr lang="en-VN" sz="8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Không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VN" sz="8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ạt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5253DAF-07B1-4478-93B2-A49C85B0DEE5}"/>
              </a:ext>
            </a:extLst>
          </p:cNvPr>
          <p:cNvCxnSpPr>
            <a:cxnSpLocks/>
          </p:cNvCxnSpPr>
          <p:nvPr/>
        </p:nvCxnSpPr>
        <p:spPr>
          <a:xfrm>
            <a:off x="2585146" y="4467901"/>
            <a:ext cx="0" cy="302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3447342-89E1-44F3-A37A-EFEA403CFFA3}"/>
              </a:ext>
            </a:extLst>
          </p:cNvPr>
          <p:cNvCxnSpPr>
            <a:cxnSpLocks/>
          </p:cNvCxnSpPr>
          <p:nvPr/>
        </p:nvCxnSpPr>
        <p:spPr>
          <a:xfrm>
            <a:off x="2596030" y="3920018"/>
            <a:ext cx="0" cy="274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9933C4FA-FF7D-4BD5-A5A1-F7CEAA427FBB}"/>
              </a:ext>
            </a:extLst>
          </p:cNvPr>
          <p:cNvSpPr/>
          <p:nvPr/>
        </p:nvSpPr>
        <p:spPr>
          <a:xfrm>
            <a:off x="2040562" y="3651792"/>
            <a:ext cx="1100550" cy="3588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website và email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6BA7876-5C06-4F55-8818-F466C3197ABF}"/>
              </a:ext>
            </a:extLst>
          </p:cNvPr>
          <p:cNvCxnSpPr>
            <a:cxnSpLocks/>
          </p:cNvCxnSpPr>
          <p:nvPr/>
        </p:nvCxnSpPr>
        <p:spPr>
          <a:xfrm>
            <a:off x="2596030" y="3368468"/>
            <a:ext cx="0" cy="268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9085F3C3-4319-40A9-9F09-1FDDD167566E}"/>
              </a:ext>
            </a:extLst>
          </p:cNvPr>
          <p:cNvSpPr/>
          <p:nvPr/>
        </p:nvSpPr>
        <p:spPr>
          <a:xfrm>
            <a:off x="2065887" y="4237819"/>
            <a:ext cx="1075230" cy="3588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Gọi bài và bình duyệt bài viết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54C37D0-5F25-444F-8641-9FE4D2132979}"/>
              </a:ext>
            </a:extLst>
          </p:cNvPr>
          <p:cNvCxnSpPr>
            <a:cxnSpLocks/>
          </p:cNvCxnSpPr>
          <p:nvPr/>
        </p:nvCxnSpPr>
        <p:spPr>
          <a:xfrm>
            <a:off x="2590087" y="2688550"/>
            <a:ext cx="0" cy="306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lowchart: Decision 21">
            <a:extLst>
              <a:ext uri="{FF2B5EF4-FFF2-40B4-BE49-F238E27FC236}">
                <a16:creationId xmlns:a16="http://schemas.microsoft.com/office/drawing/2014/main" id="{C57326D5-CD97-C63D-FFB4-463B23827C3F}"/>
              </a:ext>
            </a:extLst>
          </p:cNvPr>
          <p:cNvSpPr/>
          <p:nvPr/>
        </p:nvSpPr>
        <p:spPr>
          <a:xfrm>
            <a:off x="1863063" y="3011432"/>
            <a:ext cx="1462593" cy="485861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9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Lập kế hoạch tổ chức</a:t>
            </a:r>
            <a:endParaRPr lang="vi-VN" sz="800" b="1" kern="1200" dirty="0">
              <a:solidFill>
                <a:schemeClr val="lt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FDE783-3943-B19C-2809-CB91FF881933}"/>
              </a:ext>
            </a:extLst>
          </p:cNvPr>
          <p:cNvSpPr txBox="1"/>
          <p:nvPr/>
        </p:nvSpPr>
        <p:spPr>
          <a:xfrm>
            <a:off x="2655128" y="2794076"/>
            <a:ext cx="519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/>
            <a:r>
              <a:rPr lang="en-VN" sz="1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Đạt</a:t>
            </a:r>
          </a:p>
        </p:txBody>
      </p:sp>
      <p:sp>
        <p:nvSpPr>
          <p:cNvPr id="5" name="Flowchart: Decision 21">
            <a:extLst>
              <a:ext uri="{FF2B5EF4-FFF2-40B4-BE49-F238E27FC236}">
                <a16:creationId xmlns:a16="http://schemas.microsoft.com/office/drawing/2014/main" id="{AC69B92D-402D-B89A-4019-D058DD6D2C16}"/>
              </a:ext>
            </a:extLst>
          </p:cNvPr>
          <p:cNvSpPr/>
          <p:nvPr/>
        </p:nvSpPr>
        <p:spPr>
          <a:xfrm>
            <a:off x="1792818" y="1825031"/>
            <a:ext cx="1607624" cy="1050967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9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Tiếp nhận, thẩm định hồ sơ đăng ký vá trình BGH phê duyệt</a:t>
            </a:r>
            <a:endParaRPr lang="vi-VN" sz="800" b="1" kern="1200" dirty="0">
              <a:solidFill>
                <a:schemeClr val="lt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C9818D-667B-1D8E-F343-4841575F9389}"/>
              </a:ext>
            </a:extLst>
          </p:cNvPr>
          <p:cNvSpPr txBox="1"/>
          <p:nvPr/>
        </p:nvSpPr>
        <p:spPr>
          <a:xfrm>
            <a:off x="3005494" y="1577668"/>
            <a:ext cx="567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/>
            <a:r>
              <a:rPr lang="en-VN" sz="1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Không Đạt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FFDD4B-412F-0366-72A6-51E02877F2A1}"/>
              </a:ext>
            </a:extLst>
          </p:cNvPr>
          <p:cNvCxnSpPr>
            <a:cxnSpLocks/>
          </p:cNvCxnSpPr>
          <p:nvPr/>
        </p:nvCxnSpPr>
        <p:spPr>
          <a:xfrm flipV="1">
            <a:off x="3563104" y="1352547"/>
            <a:ext cx="0" cy="100038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25DD22-24C5-D59C-80F6-BF83B7F44C93}"/>
              </a:ext>
            </a:extLst>
          </p:cNvPr>
          <p:cNvCxnSpPr>
            <a:cxnSpLocks/>
          </p:cNvCxnSpPr>
          <p:nvPr/>
        </p:nvCxnSpPr>
        <p:spPr>
          <a:xfrm flipH="1">
            <a:off x="3470881" y="2348489"/>
            <a:ext cx="9222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E3D1E9-F7AA-3C2B-ED08-727B7C1F0F67}"/>
              </a:ext>
            </a:extLst>
          </p:cNvPr>
          <p:cNvCxnSpPr>
            <a:cxnSpLocks/>
          </p:cNvCxnSpPr>
          <p:nvPr/>
        </p:nvCxnSpPr>
        <p:spPr>
          <a:xfrm flipH="1">
            <a:off x="3100824" y="1398669"/>
            <a:ext cx="46228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Flowchart: Decision 21">
            <a:extLst>
              <a:ext uri="{FF2B5EF4-FFF2-40B4-BE49-F238E27FC236}">
                <a16:creationId xmlns:a16="http://schemas.microsoft.com/office/drawing/2014/main" id="{E779D111-276B-FC12-BFF5-C8FE22B1551D}"/>
              </a:ext>
            </a:extLst>
          </p:cNvPr>
          <p:cNvSpPr/>
          <p:nvPr/>
        </p:nvSpPr>
        <p:spPr>
          <a:xfrm>
            <a:off x="2007643" y="4770156"/>
            <a:ext cx="1176773" cy="520852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9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 biện và biên tập </a:t>
            </a:r>
            <a:endParaRPr lang="vi-VN" sz="800" b="1" kern="1200" dirty="0">
              <a:solidFill>
                <a:schemeClr val="lt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42B4B1-7AD5-CAC0-1263-3784F1A9784A}"/>
              </a:ext>
            </a:extLst>
          </p:cNvPr>
          <p:cNvSpPr/>
          <p:nvPr/>
        </p:nvSpPr>
        <p:spPr>
          <a:xfrm rot="16200000">
            <a:off x="1419884" y="4877260"/>
            <a:ext cx="658443" cy="264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Tác giả chỉnh sửa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4A180AE-F75F-4DA3-5976-D0C7BDE78B9E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1924751" y="5030582"/>
            <a:ext cx="8289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0B7A9AE-8674-049A-E310-80137A68E3A6}"/>
              </a:ext>
            </a:extLst>
          </p:cNvPr>
          <p:cNvCxnSpPr>
            <a:cxnSpLocks/>
          </p:cNvCxnSpPr>
          <p:nvPr/>
        </p:nvCxnSpPr>
        <p:spPr>
          <a:xfrm>
            <a:off x="1863063" y="4741376"/>
            <a:ext cx="67146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2AB56C-48F6-9331-3B6E-1C092B3326FC}"/>
              </a:ext>
            </a:extLst>
          </p:cNvPr>
          <p:cNvCxnSpPr>
            <a:cxnSpLocks/>
          </p:cNvCxnSpPr>
          <p:nvPr/>
        </p:nvCxnSpPr>
        <p:spPr>
          <a:xfrm>
            <a:off x="1645947" y="3254362"/>
            <a:ext cx="18303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1FF4035-E25C-A261-70D9-48CCA0B63DF8}"/>
              </a:ext>
            </a:extLst>
          </p:cNvPr>
          <p:cNvCxnSpPr>
            <a:cxnSpLocks/>
          </p:cNvCxnSpPr>
          <p:nvPr/>
        </p:nvCxnSpPr>
        <p:spPr>
          <a:xfrm flipV="1">
            <a:off x="1628238" y="1452196"/>
            <a:ext cx="0" cy="180216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D17A9D0-97BD-C2C0-0DB0-BB5B92F66E06}"/>
              </a:ext>
            </a:extLst>
          </p:cNvPr>
          <p:cNvCxnSpPr>
            <a:cxnSpLocks/>
          </p:cNvCxnSpPr>
          <p:nvPr/>
        </p:nvCxnSpPr>
        <p:spPr>
          <a:xfrm>
            <a:off x="1628238" y="1418944"/>
            <a:ext cx="412324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5E2EBD4-7C11-F129-C78A-E7CD5010ECEC}"/>
              </a:ext>
            </a:extLst>
          </p:cNvPr>
          <p:cNvSpPr txBox="1"/>
          <p:nvPr/>
        </p:nvSpPr>
        <p:spPr>
          <a:xfrm>
            <a:off x="1602856" y="2627247"/>
            <a:ext cx="567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/>
            <a:r>
              <a:rPr lang="en-VN" sz="1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Không Đạt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F065A3-4ACC-D4E9-4637-55955883C2FF}"/>
              </a:ext>
            </a:extLst>
          </p:cNvPr>
          <p:cNvSpPr txBox="1"/>
          <p:nvPr/>
        </p:nvSpPr>
        <p:spPr>
          <a:xfrm>
            <a:off x="2136015" y="1622801"/>
            <a:ext cx="519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/>
            <a:r>
              <a:rPr lang="en-VN" sz="1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Đạt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679</Words>
  <Application>Microsoft Macintosh PowerPoint</Application>
  <PresentationFormat>Custom</PresentationFormat>
  <Paragraphs>105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Lan Thanh</dc:creator>
  <cp:keywords/>
  <dc:description>generated using python-pptx</dc:description>
  <cp:lastModifiedBy>Thanh Duy Nguyen</cp:lastModifiedBy>
  <cp:revision>47</cp:revision>
  <dcterms:created xsi:type="dcterms:W3CDTF">2013-01-27T09:14:16Z</dcterms:created>
  <dcterms:modified xsi:type="dcterms:W3CDTF">2025-08-01T14:57:11Z</dcterms:modified>
  <cp:category/>
</cp:coreProperties>
</file>
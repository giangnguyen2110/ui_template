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0475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0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9"/>
    <a:srgbClr val="A20000"/>
    <a:srgbClr val="F9F3FF"/>
    <a:srgbClr val="F0E1FF"/>
    <a:srgbClr val="7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C813A-0C84-8A4D-B66A-0DF87B9F9001}" v="18" dt="2025-07-30T03:20:09.248"/>
    <p1510:client id="{F380E284-E28E-E14D-8311-B3311C498B16}" v="67" dt="2025-07-30T04:44:21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9"/>
    <p:restoredTop sz="94696"/>
  </p:normalViewPr>
  <p:slideViewPr>
    <p:cSldViewPr snapToGrid="0" snapToObjects="1">
      <p:cViewPr>
        <p:scale>
          <a:sx n="75" d="100"/>
          <a:sy n="75" d="100"/>
        </p:scale>
        <p:origin x="2280" y="-1416"/>
      </p:cViewPr>
      <p:guideLst>
        <p:guide orient="horz" pos="330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295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y Nguyễn" userId="eca1d395-c549-4fe9-943c-1e19f4673c01" providerId="ADAL" clId="{CC5C813A-0C84-8A4D-B66A-0DF87B9F9001}"/>
    <pc:docChg chg="undo custSel modNotesMaster">
      <pc:chgData name="Duy Nguyễn" userId="eca1d395-c549-4fe9-943c-1e19f4673c01" providerId="ADAL" clId="{CC5C813A-0C84-8A4D-B66A-0DF87B9F9001}" dt="2025-07-30T03:26:46.960" v="1019" actId="20577"/>
      <pc:docMkLst>
        <pc:docMk/>
      </pc:docMkLst>
    </pc:docChg>
  </pc:docChgLst>
  <pc:docChgLst>
    <pc:chgData name="Duy Nguyễn" userId="eca1d395-c549-4fe9-943c-1e19f4673c01" providerId="ADAL" clId="{4B2DB768-6183-EA4B-9469-1335CB304190}"/>
    <pc:docChg chg="modNotesMaster">
      <pc:chgData name="Duy Nguyễn" userId="eca1d395-c549-4fe9-943c-1e19f4673c01" providerId="ADAL" clId="{4B2DB768-6183-EA4B-9469-1335CB304190}" dt="2025-07-30T05:00:03.751" v="56" actId="20577"/>
      <pc:docMkLst>
        <pc:docMk/>
      </pc:docMkLst>
    </pc:docChg>
  </pc:docChgLst>
  <pc:docChgLst>
    <pc:chgData name="Duy Nguyễn" userId="eca1d395-c549-4fe9-943c-1e19f4673c01" providerId="ADAL" clId="{F380E284-E28E-E14D-8311-B3311C498B16}"/>
    <pc:docChg chg="undo custSel modNotesMaster">
      <pc:chgData name="Duy Nguyễn" userId="eca1d395-c549-4fe9-943c-1e19f4673c01" providerId="ADAL" clId="{F380E284-E28E-E14D-8311-B3311C498B16}" dt="2025-07-30T04:44:53.967" v="1195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97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254325"/>
            <a:ext cx="5829300" cy="22455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936350"/>
            <a:ext cx="4800600" cy="267717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98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96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95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93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91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90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887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58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731746"/>
            <a:ext cx="5829300" cy="2080633"/>
          </a:xfrm>
        </p:spPr>
        <p:txBody>
          <a:bodyPr anchor="t"/>
          <a:lstStyle>
            <a:lvl1pPr algn="l">
              <a:defRPr sz="611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440140"/>
            <a:ext cx="5829300" cy="2291605"/>
          </a:xfrm>
        </p:spPr>
        <p:txBody>
          <a:bodyPr anchor="b"/>
          <a:lstStyle>
            <a:lvl1pPr marL="0" indent="0">
              <a:buNone/>
              <a:defRPr sz="3055">
                <a:solidFill>
                  <a:schemeClr val="tx1">
                    <a:tint val="75000"/>
                  </a:schemeClr>
                </a:solidFill>
              </a:defRPr>
            </a:lvl1pPr>
            <a:lvl2pPr marL="698397" indent="0">
              <a:buNone/>
              <a:defRPr sz="2750">
                <a:solidFill>
                  <a:schemeClr val="tx1">
                    <a:tint val="75000"/>
                  </a:schemeClr>
                </a:solidFill>
              </a:defRPr>
            </a:lvl2pPr>
            <a:lvl3pPr marL="1396795" indent="0">
              <a:buNone/>
              <a:defRPr sz="2444">
                <a:solidFill>
                  <a:schemeClr val="tx1">
                    <a:tint val="75000"/>
                  </a:schemeClr>
                </a:solidFill>
              </a:defRPr>
            </a:lvl3pPr>
            <a:lvl4pPr marL="2095191" indent="0">
              <a:buNone/>
              <a:defRPr sz="2139">
                <a:solidFill>
                  <a:schemeClr val="tx1">
                    <a:tint val="75000"/>
                  </a:schemeClr>
                </a:solidFill>
              </a:defRPr>
            </a:lvl4pPr>
            <a:lvl5pPr marL="2793589" indent="0">
              <a:buNone/>
              <a:defRPr sz="2139">
                <a:solidFill>
                  <a:schemeClr val="tx1">
                    <a:tint val="75000"/>
                  </a:schemeClr>
                </a:solidFill>
              </a:defRPr>
            </a:lvl5pPr>
            <a:lvl6pPr marL="3491986" indent="0">
              <a:buNone/>
              <a:defRPr sz="2139">
                <a:solidFill>
                  <a:schemeClr val="tx1">
                    <a:tint val="75000"/>
                  </a:schemeClr>
                </a:solidFill>
              </a:defRPr>
            </a:lvl6pPr>
            <a:lvl7pPr marL="4190384" indent="0">
              <a:buNone/>
              <a:defRPr sz="2139">
                <a:solidFill>
                  <a:schemeClr val="tx1">
                    <a:tint val="75000"/>
                  </a:schemeClr>
                </a:solidFill>
              </a:defRPr>
            </a:lvl7pPr>
            <a:lvl8pPr marL="4888781" indent="0">
              <a:buNone/>
              <a:defRPr sz="2139">
                <a:solidFill>
                  <a:schemeClr val="tx1">
                    <a:tint val="75000"/>
                  </a:schemeClr>
                </a:solidFill>
              </a:defRPr>
            </a:lvl8pPr>
            <a:lvl9pPr marL="5587178" indent="0">
              <a:buNone/>
              <a:defRPr sz="21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444383"/>
            <a:ext cx="3028950" cy="6913619"/>
          </a:xfrm>
        </p:spPr>
        <p:txBody>
          <a:bodyPr/>
          <a:lstStyle>
            <a:lvl1pPr>
              <a:defRPr sz="4278"/>
            </a:lvl1pPr>
            <a:lvl2pPr>
              <a:defRPr sz="3666"/>
            </a:lvl2pPr>
            <a:lvl3pPr>
              <a:defRPr sz="3055"/>
            </a:lvl3pPr>
            <a:lvl4pPr>
              <a:defRPr sz="2750"/>
            </a:lvl4pPr>
            <a:lvl5pPr>
              <a:defRPr sz="2750"/>
            </a:lvl5pPr>
            <a:lvl6pPr>
              <a:defRPr sz="2750"/>
            </a:lvl6pPr>
            <a:lvl7pPr>
              <a:defRPr sz="2750"/>
            </a:lvl7pPr>
            <a:lvl8pPr>
              <a:defRPr sz="2750"/>
            </a:lvl8pPr>
            <a:lvl9pPr>
              <a:defRPr sz="2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444383"/>
            <a:ext cx="3028950" cy="6913619"/>
          </a:xfrm>
        </p:spPr>
        <p:txBody>
          <a:bodyPr/>
          <a:lstStyle>
            <a:lvl1pPr>
              <a:defRPr sz="4278"/>
            </a:lvl1pPr>
            <a:lvl2pPr>
              <a:defRPr sz="3666"/>
            </a:lvl2pPr>
            <a:lvl3pPr>
              <a:defRPr sz="3055"/>
            </a:lvl3pPr>
            <a:lvl4pPr>
              <a:defRPr sz="2750"/>
            </a:lvl4pPr>
            <a:lvl5pPr>
              <a:defRPr sz="2750"/>
            </a:lvl5pPr>
            <a:lvl6pPr>
              <a:defRPr sz="2750"/>
            </a:lvl6pPr>
            <a:lvl7pPr>
              <a:defRPr sz="2750"/>
            </a:lvl7pPr>
            <a:lvl8pPr>
              <a:defRPr sz="2750"/>
            </a:lvl8pPr>
            <a:lvl9pPr>
              <a:defRPr sz="2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44956"/>
            <a:ext cx="3030141" cy="977266"/>
          </a:xfrm>
        </p:spPr>
        <p:txBody>
          <a:bodyPr anchor="b"/>
          <a:lstStyle>
            <a:lvl1pPr marL="0" indent="0">
              <a:buNone/>
              <a:defRPr sz="3666" b="1"/>
            </a:lvl1pPr>
            <a:lvl2pPr marL="698397" indent="0">
              <a:buNone/>
              <a:defRPr sz="3055" b="1"/>
            </a:lvl2pPr>
            <a:lvl3pPr marL="1396795" indent="0">
              <a:buNone/>
              <a:defRPr sz="2750" b="1"/>
            </a:lvl3pPr>
            <a:lvl4pPr marL="2095191" indent="0">
              <a:buNone/>
              <a:defRPr sz="2444" b="1"/>
            </a:lvl4pPr>
            <a:lvl5pPr marL="2793589" indent="0">
              <a:buNone/>
              <a:defRPr sz="2444" b="1"/>
            </a:lvl5pPr>
            <a:lvl6pPr marL="3491986" indent="0">
              <a:buNone/>
              <a:defRPr sz="2444" b="1"/>
            </a:lvl6pPr>
            <a:lvl7pPr marL="4190384" indent="0">
              <a:buNone/>
              <a:defRPr sz="2444" b="1"/>
            </a:lvl7pPr>
            <a:lvl8pPr marL="4888781" indent="0">
              <a:buNone/>
              <a:defRPr sz="2444" b="1"/>
            </a:lvl8pPr>
            <a:lvl9pPr marL="5587178" indent="0">
              <a:buNone/>
              <a:defRPr sz="24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322222"/>
            <a:ext cx="3030141" cy="6035776"/>
          </a:xfrm>
        </p:spPr>
        <p:txBody>
          <a:bodyPr/>
          <a:lstStyle>
            <a:lvl1pPr>
              <a:defRPr sz="3666"/>
            </a:lvl1pPr>
            <a:lvl2pPr>
              <a:defRPr sz="3055"/>
            </a:lvl2pPr>
            <a:lvl3pPr>
              <a:defRPr sz="2750"/>
            </a:lvl3pPr>
            <a:lvl4pPr>
              <a:defRPr sz="2444"/>
            </a:lvl4pPr>
            <a:lvl5pPr>
              <a:defRPr sz="2444"/>
            </a:lvl5pPr>
            <a:lvl6pPr>
              <a:defRPr sz="2444"/>
            </a:lvl6pPr>
            <a:lvl7pPr>
              <a:defRPr sz="2444"/>
            </a:lvl7pPr>
            <a:lvl8pPr>
              <a:defRPr sz="2444"/>
            </a:lvl8pPr>
            <a:lvl9pPr>
              <a:defRPr sz="24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344956"/>
            <a:ext cx="3031331" cy="977266"/>
          </a:xfrm>
        </p:spPr>
        <p:txBody>
          <a:bodyPr anchor="b"/>
          <a:lstStyle>
            <a:lvl1pPr marL="0" indent="0">
              <a:buNone/>
              <a:defRPr sz="3666" b="1"/>
            </a:lvl1pPr>
            <a:lvl2pPr marL="698397" indent="0">
              <a:buNone/>
              <a:defRPr sz="3055" b="1"/>
            </a:lvl2pPr>
            <a:lvl3pPr marL="1396795" indent="0">
              <a:buNone/>
              <a:defRPr sz="2750" b="1"/>
            </a:lvl3pPr>
            <a:lvl4pPr marL="2095191" indent="0">
              <a:buNone/>
              <a:defRPr sz="2444" b="1"/>
            </a:lvl4pPr>
            <a:lvl5pPr marL="2793589" indent="0">
              <a:buNone/>
              <a:defRPr sz="2444" b="1"/>
            </a:lvl5pPr>
            <a:lvl6pPr marL="3491986" indent="0">
              <a:buNone/>
              <a:defRPr sz="2444" b="1"/>
            </a:lvl6pPr>
            <a:lvl7pPr marL="4190384" indent="0">
              <a:buNone/>
              <a:defRPr sz="2444" b="1"/>
            </a:lvl7pPr>
            <a:lvl8pPr marL="4888781" indent="0">
              <a:buNone/>
              <a:defRPr sz="2444" b="1"/>
            </a:lvl8pPr>
            <a:lvl9pPr marL="5587178" indent="0">
              <a:buNone/>
              <a:defRPr sz="24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322222"/>
            <a:ext cx="3031331" cy="6035776"/>
          </a:xfrm>
        </p:spPr>
        <p:txBody>
          <a:bodyPr/>
          <a:lstStyle>
            <a:lvl1pPr>
              <a:defRPr sz="3666"/>
            </a:lvl1pPr>
            <a:lvl2pPr>
              <a:defRPr sz="3055"/>
            </a:lvl2pPr>
            <a:lvl3pPr>
              <a:defRPr sz="2750"/>
            </a:lvl3pPr>
            <a:lvl4pPr>
              <a:defRPr sz="2444"/>
            </a:lvl4pPr>
            <a:lvl5pPr>
              <a:defRPr sz="2444"/>
            </a:lvl5pPr>
            <a:lvl6pPr>
              <a:defRPr sz="2444"/>
            </a:lvl6pPr>
            <a:lvl7pPr>
              <a:defRPr sz="2444"/>
            </a:lvl7pPr>
            <a:lvl8pPr>
              <a:defRPr sz="2444"/>
            </a:lvl8pPr>
            <a:lvl9pPr>
              <a:defRPr sz="24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417097"/>
            <a:ext cx="2256235" cy="1775085"/>
          </a:xfrm>
        </p:spPr>
        <p:txBody>
          <a:bodyPr anchor="b"/>
          <a:lstStyle>
            <a:lvl1pPr algn="l">
              <a:defRPr sz="305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417099"/>
            <a:ext cx="3833813" cy="8940901"/>
          </a:xfrm>
        </p:spPr>
        <p:txBody>
          <a:bodyPr/>
          <a:lstStyle>
            <a:lvl1pPr>
              <a:defRPr sz="4889"/>
            </a:lvl1pPr>
            <a:lvl2pPr>
              <a:defRPr sz="4278"/>
            </a:lvl2pPr>
            <a:lvl3pPr>
              <a:defRPr sz="3666"/>
            </a:lvl3pPr>
            <a:lvl4pPr>
              <a:defRPr sz="3055"/>
            </a:lvl4pPr>
            <a:lvl5pPr>
              <a:defRPr sz="3055"/>
            </a:lvl5pPr>
            <a:lvl6pPr>
              <a:defRPr sz="3055"/>
            </a:lvl6pPr>
            <a:lvl7pPr>
              <a:defRPr sz="3055"/>
            </a:lvl7pPr>
            <a:lvl8pPr>
              <a:defRPr sz="3055"/>
            </a:lvl8pPr>
            <a:lvl9pPr>
              <a:defRPr sz="30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2192185"/>
            <a:ext cx="2256235" cy="7165816"/>
          </a:xfrm>
        </p:spPr>
        <p:txBody>
          <a:bodyPr/>
          <a:lstStyle>
            <a:lvl1pPr marL="0" indent="0">
              <a:buNone/>
              <a:defRPr sz="2139"/>
            </a:lvl1pPr>
            <a:lvl2pPr marL="698397" indent="0">
              <a:buNone/>
              <a:defRPr sz="1833"/>
            </a:lvl2pPr>
            <a:lvl3pPr marL="1396795" indent="0">
              <a:buNone/>
              <a:defRPr sz="1528"/>
            </a:lvl3pPr>
            <a:lvl4pPr marL="2095191" indent="0">
              <a:buNone/>
              <a:defRPr sz="1374"/>
            </a:lvl4pPr>
            <a:lvl5pPr marL="2793589" indent="0">
              <a:buNone/>
              <a:defRPr sz="1374"/>
            </a:lvl5pPr>
            <a:lvl6pPr marL="3491986" indent="0">
              <a:buNone/>
              <a:defRPr sz="1374"/>
            </a:lvl6pPr>
            <a:lvl7pPr marL="4190384" indent="0">
              <a:buNone/>
              <a:defRPr sz="1374"/>
            </a:lvl7pPr>
            <a:lvl8pPr marL="4888781" indent="0">
              <a:buNone/>
              <a:defRPr sz="1374"/>
            </a:lvl8pPr>
            <a:lvl9pPr marL="5587178" indent="0">
              <a:buNone/>
              <a:defRPr sz="13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7333138"/>
            <a:ext cx="4114800" cy="865719"/>
          </a:xfrm>
        </p:spPr>
        <p:txBody>
          <a:bodyPr anchor="b"/>
          <a:lstStyle>
            <a:lvl1pPr algn="l">
              <a:defRPr sz="305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936043"/>
            <a:ext cx="4114800" cy="6285548"/>
          </a:xfrm>
        </p:spPr>
        <p:txBody>
          <a:bodyPr/>
          <a:lstStyle>
            <a:lvl1pPr marL="0" indent="0">
              <a:buNone/>
              <a:defRPr sz="4889"/>
            </a:lvl1pPr>
            <a:lvl2pPr marL="698397" indent="0">
              <a:buNone/>
              <a:defRPr sz="4278"/>
            </a:lvl2pPr>
            <a:lvl3pPr marL="1396795" indent="0">
              <a:buNone/>
              <a:defRPr sz="3666"/>
            </a:lvl3pPr>
            <a:lvl4pPr marL="2095191" indent="0">
              <a:buNone/>
              <a:defRPr sz="3055"/>
            </a:lvl4pPr>
            <a:lvl5pPr marL="2793589" indent="0">
              <a:buNone/>
              <a:defRPr sz="3055"/>
            </a:lvl5pPr>
            <a:lvl6pPr marL="3491986" indent="0">
              <a:buNone/>
              <a:defRPr sz="3055"/>
            </a:lvl6pPr>
            <a:lvl7pPr marL="4190384" indent="0">
              <a:buNone/>
              <a:defRPr sz="3055"/>
            </a:lvl7pPr>
            <a:lvl8pPr marL="4888781" indent="0">
              <a:buNone/>
              <a:defRPr sz="3055"/>
            </a:lvl8pPr>
            <a:lvl9pPr marL="5587178" indent="0">
              <a:buNone/>
              <a:defRPr sz="305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8198858"/>
            <a:ext cx="4114800" cy="1229464"/>
          </a:xfrm>
        </p:spPr>
        <p:txBody>
          <a:bodyPr/>
          <a:lstStyle>
            <a:lvl1pPr marL="0" indent="0">
              <a:buNone/>
              <a:defRPr sz="2139"/>
            </a:lvl1pPr>
            <a:lvl2pPr marL="698397" indent="0">
              <a:buNone/>
              <a:defRPr sz="1833"/>
            </a:lvl2pPr>
            <a:lvl3pPr marL="1396795" indent="0">
              <a:buNone/>
              <a:defRPr sz="1528"/>
            </a:lvl3pPr>
            <a:lvl4pPr marL="2095191" indent="0">
              <a:buNone/>
              <a:defRPr sz="1374"/>
            </a:lvl4pPr>
            <a:lvl5pPr marL="2793589" indent="0">
              <a:buNone/>
              <a:defRPr sz="1374"/>
            </a:lvl5pPr>
            <a:lvl6pPr marL="3491986" indent="0">
              <a:buNone/>
              <a:defRPr sz="1374"/>
            </a:lvl6pPr>
            <a:lvl7pPr marL="4190384" indent="0">
              <a:buNone/>
              <a:defRPr sz="1374"/>
            </a:lvl7pPr>
            <a:lvl8pPr marL="4888781" indent="0">
              <a:buNone/>
              <a:defRPr sz="1374"/>
            </a:lvl8pPr>
            <a:lvl9pPr marL="5587178" indent="0">
              <a:buNone/>
              <a:defRPr sz="13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419525"/>
            <a:ext cx="1543050" cy="89384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19525"/>
            <a:ext cx="4514850" cy="8938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19523"/>
            <a:ext cx="6172200" cy="1745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444383"/>
            <a:ext cx="6172200" cy="6913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709622"/>
            <a:ext cx="1600200" cy="557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709622"/>
            <a:ext cx="2171700" cy="557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709622"/>
            <a:ext cx="1600200" cy="5577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98397" rtl="0" eaLnBrk="1" latinLnBrk="0" hangingPunct="1">
        <a:spcBef>
          <a:spcPct val="0"/>
        </a:spcBef>
        <a:buNone/>
        <a:defRPr sz="67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3798" indent="-523798" algn="l" defTabSz="698397" rtl="0" eaLnBrk="1" latinLnBrk="0" hangingPunct="1">
        <a:spcBef>
          <a:spcPct val="20000"/>
        </a:spcBef>
        <a:buFont typeface="Arial"/>
        <a:buChar char="•"/>
        <a:defRPr sz="4889" kern="1200">
          <a:solidFill>
            <a:schemeClr val="tx1"/>
          </a:solidFill>
          <a:latin typeface="+mn-lt"/>
          <a:ea typeface="+mn-ea"/>
          <a:cs typeface="+mn-cs"/>
        </a:defRPr>
      </a:lvl1pPr>
      <a:lvl2pPr marL="1134896" indent="-436499" algn="l" defTabSz="698397" rtl="0" eaLnBrk="1" latinLnBrk="0" hangingPunct="1">
        <a:spcBef>
          <a:spcPct val="20000"/>
        </a:spcBef>
        <a:buFont typeface="Arial"/>
        <a:buChar char="–"/>
        <a:defRPr sz="4278" kern="1200">
          <a:solidFill>
            <a:schemeClr val="tx1"/>
          </a:solidFill>
          <a:latin typeface="+mn-lt"/>
          <a:ea typeface="+mn-ea"/>
          <a:cs typeface="+mn-cs"/>
        </a:defRPr>
      </a:lvl2pPr>
      <a:lvl3pPr marL="1745993" indent="-349198" algn="l" defTabSz="698397" rtl="0" eaLnBrk="1" latinLnBrk="0" hangingPunct="1">
        <a:spcBef>
          <a:spcPct val="20000"/>
        </a:spcBef>
        <a:buFont typeface="Arial"/>
        <a:buChar char="•"/>
        <a:defRPr sz="3666" kern="1200">
          <a:solidFill>
            <a:schemeClr val="tx1"/>
          </a:solidFill>
          <a:latin typeface="+mn-lt"/>
          <a:ea typeface="+mn-ea"/>
          <a:cs typeface="+mn-cs"/>
        </a:defRPr>
      </a:lvl3pPr>
      <a:lvl4pPr marL="2444391" indent="-349198" algn="l" defTabSz="698397" rtl="0" eaLnBrk="1" latinLnBrk="0" hangingPunct="1">
        <a:spcBef>
          <a:spcPct val="20000"/>
        </a:spcBef>
        <a:buFont typeface="Arial"/>
        <a:buChar char="–"/>
        <a:defRPr sz="3055" kern="1200">
          <a:solidFill>
            <a:schemeClr val="tx1"/>
          </a:solidFill>
          <a:latin typeface="+mn-lt"/>
          <a:ea typeface="+mn-ea"/>
          <a:cs typeface="+mn-cs"/>
        </a:defRPr>
      </a:lvl4pPr>
      <a:lvl5pPr marL="3142788" indent="-349198" algn="l" defTabSz="698397" rtl="0" eaLnBrk="1" latinLnBrk="0" hangingPunct="1">
        <a:spcBef>
          <a:spcPct val="20000"/>
        </a:spcBef>
        <a:buFont typeface="Arial"/>
        <a:buChar char="»"/>
        <a:defRPr sz="3055" kern="1200">
          <a:solidFill>
            <a:schemeClr val="tx1"/>
          </a:solidFill>
          <a:latin typeface="+mn-lt"/>
          <a:ea typeface="+mn-ea"/>
          <a:cs typeface="+mn-cs"/>
        </a:defRPr>
      </a:lvl5pPr>
      <a:lvl6pPr marL="3841184" indent="-349198" algn="l" defTabSz="698397" rtl="0" eaLnBrk="1" latinLnBrk="0" hangingPunct="1">
        <a:spcBef>
          <a:spcPct val="20000"/>
        </a:spcBef>
        <a:buFont typeface="Arial"/>
        <a:buChar char="•"/>
        <a:defRPr sz="3055" kern="1200">
          <a:solidFill>
            <a:schemeClr val="tx1"/>
          </a:solidFill>
          <a:latin typeface="+mn-lt"/>
          <a:ea typeface="+mn-ea"/>
          <a:cs typeface="+mn-cs"/>
        </a:defRPr>
      </a:lvl6pPr>
      <a:lvl7pPr marL="4539582" indent="-349198" algn="l" defTabSz="698397" rtl="0" eaLnBrk="1" latinLnBrk="0" hangingPunct="1">
        <a:spcBef>
          <a:spcPct val="20000"/>
        </a:spcBef>
        <a:buFont typeface="Arial"/>
        <a:buChar char="•"/>
        <a:defRPr sz="3055" kern="1200">
          <a:solidFill>
            <a:schemeClr val="tx1"/>
          </a:solidFill>
          <a:latin typeface="+mn-lt"/>
          <a:ea typeface="+mn-ea"/>
          <a:cs typeface="+mn-cs"/>
        </a:defRPr>
      </a:lvl7pPr>
      <a:lvl8pPr marL="5237979" indent="-349198" algn="l" defTabSz="698397" rtl="0" eaLnBrk="1" latinLnBrk="0" hangingPunct="1">
        <a:spcBef>
          <a:spcPct val="20000"/>
        </a:spcBef>
        <a:buFont typeface="Arial"/>
        <a:buChar char="•"/>
        <a:defRPr sz="3055" kern="1200">
          <a:solidFill>
            <a:schemeClr val="tx1"/>
          </a:solidFill>
          <a:latin typeface="+mn-lt"/>
          <a:ea typeface="+mn-ea"/>
          <a:cs typeface="+mn-cs"/>
        </a:defRPr>
      </a:lvl8pPr>
      <a:lvl9pPr marL="5936377" indent="-349198" algn="l" defTabSz="698397" rtl="0" eaLnBrk="1" latinLnBrk="0" hangingPunct="1">
        <a:spcBef>
          <a:spcPct val="20000"/>
        </a:spcBef>
        <a:buFont typeface="Arial"/>
        <a:buChar char="•"/>
        <a:defRPr sz="3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8397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1pPr>
      <a:lvl2pPr marL="698397" algn="l" defTabSz="698397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2pPr>
      <a:lvl3pPr marL="1396795" algn="l" defTabSz="698397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3pPr>
      <a:lvl4pPr marL="2095191" algn="l" defTabSz="698397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4pPr>
      <a:lvl5pPr marL="2793589" algn="l" defTabSz="698397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5pPr>
      <a:lvl6pPr marL="3491986" algn="l" defTabSz="698397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6pPr>
      <a:lvl7pPr marL="4190384" algn="l" defTabSz="698397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7pPr>
      <a:lvl8pPr marL="4888781" algn="l" defTabSz="698397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8pPr>
      <a:lvl9pPr marL="5587178" algn="l" defTabSz="698397" rtl="0" eaLnBrk="1" latinLnBrk="0" hangingPunct="1">
        <a:defRPr sz="2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8">
            <a:extLst>
              <a:ext uri="{FF2B5EF4-FFF2-40B4-BE49-F238E27FC236}">
                <a16:creationId xmlns:a16="http://schemas.microsoft.com/office/drawing/2014/main" id="{CAEA7374-1FF5-41A9-B3DA-F1743BBEB0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863072"/>
              </p:ext>
            </p:extLst>
          </p:nvPr>
        </p:nvGraphicFramePr>
        <p:xfrm>
          <a:off x="0" y="0"/>
          <a:ext cx="6858000" cy="8571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695">
                  <a:extLst>
                    <a:ext uri="{9D8B030D-6E8A-4147-A177-3AD203B41FA5}">
                      <a16:colId xmlns:a16="http://schemas.microsoft.com/office/drawing/2014/main" val="4259470647"/>
                    </a:ext>
                  </a:extLst>
                </a:gridCol>
                <a:gridCol w="1030073">
                  <a:extLst>
                    <a:ext uri="{9D8B030D-6E8A-4147-A177-3AD203B41FA5}">
                      <a16:colId xmlns:a16="http://schemas.microsoft.com/office/drawing/2014/main" val="3357401299"/>
                    </a:ext>
                  </a:extLst>
                </a:gridCol>
                <a:gridCol w="2006107">
                  <a:extLst>
                    <a:ext uri="{9D8B030D-6E8A-4147-A177-3AD203B41FA5}">
                      <a16:colId xmlns:a16="http://schemas.microsoft.com/office/drawing/2014/main" val="2604762144"/>
                    </a:ext>
                  </a:extLst>
                </a:gridCol>
                <a:gridCol w="1714957">
                  <a:extLst>
                    <a:ext uri="{9D8B030D-6E8A-4147-A177-3AD203B41FA5}">
                      <a16:colId xmlns:a16="http://schemas.microsoft.com/office/drawing/2014/main" val="103914620"/>
                    </a:ext>
                  </a:extLst>
                </a:gridCol>
                <a:gridCol w="1541168">
                  <a:extLst>
                    <a:ext uri="{9D8B030D-6E8A-4147-A177-3AD203B41FA5}">
                      <a16:colId xmlns:a16="http://schemas.microsoft.com/office/drawing/2014/main" val="1551525943"/>
                    </a:ext>
                  </a:extLst>
                </a:gridCol>
              </a:tblGrid>
              <a:tr h="291477">
                <a:tc gridSpan="4">
                  <a:txBody>
                    <a:bodyPr/>
                    <a:lstStyle/>
                    <a:p>
                      <a:r>
                        <a:rPr lang="vi-VN" sz="1200" dirty="0">
                          <a:solidFill>
                            <a:schemeClr val="bg1"/>
                          </a:solidFill>
                          <a:latin typeface="+mj-lt"/>
                        </a:rPr>
                        <a:t>QUY TRÌNH THỰC HIỆN HỘI NGHỊ, HỘI </a:t>
                      </a:r>
                      <a:r>
                        <a:rPr lang="vi-VN" sz="1200">
                          <a:solidFill>
                            <a:schemeClr val="bg1"/>
                          </a:solidFill>
                          <a:latin typeface="+mj-lt"/>
                        </a:rPr>
                        <a:t>THẢO QUỐC TẾ</a:t>
                      </a:r>
                      <a:endParaRPr lang="vi-V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sz="1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44431"/>
                  </a:ext>
                </a:extLst>
              </a:tr>
              <a:tr h="389577"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Bước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Trách nhiệm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Nội dung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 dirty="0">
                          <a:solidFill>
                            <a:schemeClr val="bg1"/>
                          </a:solidFill>
                          <a:latin typeface="+mj-lt"/>
                        </a:rPr>
                        <a:t>Mô tả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Hồ sơ/Biểu mẫu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43811"/>
                  </a:ext>
                </a:extLst>
              </a:tr>
              <a:tr h="1383471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rowSpan="11">
                  <a:txBody>
                    <a:bodyPr/>
                    <a:lstStyle/>
                    <a:p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 vị tổ chức gửi đăng ký tổ chức hội nghị, hội thảo về Phòng KHCN gồm các nội dung: tên, quy mô, mục đích, thành phần tham dự, hội đồng khoa học, báo cáo viên chính, chủ đề báo cáo, thời gian – địa điểm tổ chức, chi phí, đơn vị phối hợp (nếu có), công bố bài viết… </a:t>
                      </a:r>
                      <a:r>
                        <a:rPr lang="vi-VN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(Trước 120 ngày tổ chức)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BM01A/QT.KHCN.03;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BM02A/QT.KHCN.03.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MOU/MOA (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Nếu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316148"/>
                  </a:ext>
                </a:extLst>
              </a:tr>
              <a:tr h="811000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BGH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KHCN kiểm tra hồ sơ đăng ký:</a:t>
                      </a:r>
                      <a:b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Nếu chưa đạt: phản hồi đơn vị tổ chức bổ sung</a:t>
                      </a:r>
                      <a:b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Nếu đạt: trình BGH xem xét phê duyệt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(07 ngày)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bước 1 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19462"/>
                  </a:ext>
                </a:extLst>
              </a:tr>
              <a:tr h="832875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BGH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CQNN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HTQT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ĐVTC phối hợp HTQT báo cáo xin ý kiến cơ quan nhà nước. Nếu được duyệt, tiếp tục triển khai. Nếu chưa đạt, điều chỉnh theo yêu cầu hoặc không tổ chức </a:t>
                      </a:r>
                      <a:r>
                        <a:rPr lang="vi-VN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(Từ 30 ngày đến 45 ngày)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Công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văn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CQNN;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BM03/QT.KHCN.03.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906674"/>
                  </a:ext>
                </a:extLst>
              </a:tr>
              <a:tr h="524933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 khi có ý kiến từ CQNN (nếu có), đơn vị xây dựng kế hoạch chi tiết và gửi về P.KHCN</a:t>
                      </a:r>
                      <a:r>
                        <a:rPr lang="vi-VN" sz="900" b="0" i="0" kern="1200" baseline="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(Trước 90 ngày tổ chức)</a:t>
                      </a:r>
                      <a:endParaRPr lang="vi-V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BM04A/QT.KHCN.03.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145356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BTT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TCNTT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diện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 và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email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để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đăng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gửi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 </a:t>
                      </a:r>
                      <a:r>
                        <a:rPr lang="en-US" sz="900" dirty="0" err="1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425123"/>
                  </a:ext>
                </a:extLst>
              </a:tr>
              <a:tr h="450427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06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BTT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HĐKH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Gửi thư mời, tiếp nhận bài viết và phản biện theo hình thức ĐVTC quy định </a:t>
                      </a:r>
                      <a:r>
                        <a:rPr lang="vi-VN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(Từ 30 ngày đến 90 ngày)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thức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bày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quy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ĐVTC.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560509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07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HĐKH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 biện bài, biên tập và xuất bản kỷ yếu. Nếu chưa đạt thì phản hồi tác giả. Nếu đạt thì đưa vào xuất bản 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BM05/QT.KHCN.03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846104"/>
                  </a:ext>
                </a:extLst>
              </a:tr>
              <a:tr h="387774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08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TCKT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Triển khai thu phí theo hình thức đã được phê duyệt </a:t>
                      </a:r>
                      <a:r>
                        <a:rPr lang="vi-VN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(Trước 30 ngày tổ chức)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767179"/>
                  </a:ext>
                </a:extLst>
              </a:tr>
              <a:tr h="592667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09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 hiện các phiên khai mạc, báo cáo, thảo luận, hỗ trợ kỹ thuật, điều phối chương trình, chụp ảnh, lập biên bản… 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405734"/>
                  </a:ext>
                </a:extLst>
              </a:tr>
              <a:tr h="545254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10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TCKT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 hợp hồ sơ thanh toán, lập báo cáo kết quả tổ chức gửi các bên liên quan </a:t>
                      </a:r>
                      <a:r>
                        <a:rPr lang="vi-VN" sz="9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(02 ngày)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Theo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quy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QT.TCKT.04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TCKT;</a:t>
                      </a: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BM06A/QT.KHCN.03.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487182"/>
                  </a:ext>
                </a:extLst>
              </a:tr>
              <a:tr h="438574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11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 dirty="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hồ sơ đầy đủ tại đơn vị tổ chức và các bên liên quan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398429"/>
                  </a:ext>
                </a:extLst>
              </a:tr>
            </a:tbl>
          </a:graphicData>
        </a:graphic>
      </p:graphicFrame>
      <p:graphicFrame>
        <p:nvGraphicFramePr>
          <p:cNvPr id="19" name="Table 56">
            <a:extLst>
              <a:ext uri="{FF2B5EF4-FFF2-40B4-BE49-F238E27FC236}">
                <a16:creationId xmlns:a16="http://schemas.microsoft.com/office/drawing/2014/main" id="{69578EE4-CAD8-4091-9936-ED5B3F3FD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11021"/>
              </p:ext>
            </p:extLst>
          </p:nvPr>
        </p:nvGraphicFramePr>
        <p:xfrm>
          <a:off x="-1097" y="8584957"/>
          <a:ext cx="6877050" cy="1917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98402807"/>
                    </a:ext>
                  </a:extLst>
                </a:gridCol>
                <a:gridCol w="2411984">
                  <a:extLst>
                    <a:ext uri="{9D8B030D-6E8A-4147-A177-3AD203B41FA5}">
                      <a16:colId xmlns:a16="http://schemas.microsoft.com/office/drawing/2014/main" val="22230612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1499909"/>
                    </a:ext>
                  </a:extLst>
                </a:gridCol>
                <a:gridCol w="1495806">
                  <a:extLst>
                    <a:ext uri="{9D8B030D-6E8A-4147-A177-3AD203B41FA5}">
                      <a16:colId xmlns:a16="http://schemas.microsoft.com/office/drawing/2014/main" val="3260828008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1736909761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15967648"/>
                    </a:ext>
                  </a:extLst>
                </a:gridCol>
              </a:tblGrid>
              <a:tr h="241902">
                <a:tc gridSpan="2">
                  <a:txBody>
                    <a:bodyPr/>
                    <a:lstStyle/>
                    <a:p>
                      <a:pPr algn="ctr"/>
                      <a:r>
                        <a:rPr lang="vi-VN" sz="9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BIỂU MẪU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vi-VN" sz="900" b="1" dirty="0">
                          <a:solidFill>
                            <a:schemeClr val="bg1"/>
                          </a:solidFill>
                          <a:latin typeface="+mj-lt"/>
                        </a:rPr>
                        <a:t>PHÊ DUYỆT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vi-VN" sz="9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56235725"/>
                  </a:ext>
                </a:extLst>
              </a:tr>
              <a:tr h="1675958">
                <a:tc>
                  <a:txBody>
                    <a:bodyPr/>
                    <a:lstStyle/>
                    <a:p>
                      <a:endParaRPr lang="vi-VN" sz="900">
                        <a:latin typeface="+mj-lt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800" b="1" dirty="0">
                          <a:latin typeface="+mj-lt"/>
                        </a:rPr>
                        <a:t>- </a:t>
                      </a:r>
                      <a:r>
                        <a:rPr kumimoji="0" lang="en-US" sz="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BM01A/QT.KHCN.03</a:t>
                      </a:r>
                      <a:r>
                        <a:rPr lang="en-US" sz="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đăng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</a:t>
                      </a:r>
                      <a:endParaRPr lang="en-US" sz="8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BM02A/QT.KHCN.03</a:t>
                      </a:r>
                      <a:r>
                        <a:rPr lang="en-US" sz="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endParaRPr lang="en-US" sz="8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BM03/QT.KHCN.03</a:t>
                      </a:r>
                      <a:r>
                        <a:rPr lang="en-US" sz="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văn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endParaRPr lang="en-US" sz="8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800" dirty="0">
                          <a:latin typeface="+mj-lt"/>
                        </a:rPr>
                        <a:t>- </a:t>
                      </a:r>
                      <a:r>
                        <a:rPr kumimoji="0" lang="en-US" sz="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BM04A/QT.KHCN.03</a:t>
                      </a: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vi-VN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quốc tế/quốc gia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sz="8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BM05/QT.KHCN.03</a:t>
                      </a:r>
                      <a:r>
                        <a:rPr lang="en-US" sz="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biện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sz="8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khoa </a:t>
                      </a:r>
                      <a:r>
                        <a:rPr lang="en-US" sz="8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endParaRPr lang="vi-VN" sz="800" b="0" dirty="0">
                        <a:latin typeface="+mj-lt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BM06A</a:t>
                      </a: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/QT.KHCN.03</a:t>
                      </a:r>
                      <a:r>
                        <a:rPr kumimoji="0" lang="en-US" sz="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Báo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tế</a:t>
                      </a:r>
                      <a:endParaRPr kumimoji="0" lang="en-US" sz="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SOẠN THẢO</a:t>
                      </a:r>
                    </a:p>
                    <a:p>
                      <a:pPr algn="ctr"/>
                      <a:r>
                        <a:rPr lang="vi-VN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vi-VN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KHCN</a:t>
                      </a:r>
                      <a:endParaRPr lang="vi-VN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ThS</a:t>
                      </a:r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Thị Thanh </a:t>
                      </a:r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Thoan</a:t>
                      </a:r>
                      <a:endParaRPr lang="vi-VN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KIỂM TRA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P. ĐBCL&amp;KĐ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+mj-lt"/>
                        </a:rPr>
                        <a:t>..…………….………………….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PHÊ DUYỆT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HIỆU TRƯỞNG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+mj-lt"/>
                        </a:rPr>
                        <a:t>…………………………………………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00279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36309B08-11E0-3F02-DE1C-E073C7FA1389}"/>
              </a:ext>
            </a:extLst>
          </p:cNvPr>
          <p:cNvGrpSpPr/>
          <p:nvPr/>
        </p:nvGrpSpPr>
        <p:grpSpPr>
          <a:xfrm>
            <a:off x="2078979" y="1237422"/>
            <a:ext cx="1090577" cy="7301384"/>
            <a:chOff x="1577166" y="1793774"/>
            <a:chExt cx="1090577" cy="728216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6A6B45B-3025-4214-BB0E-9B19161FF44E}"/>
                </a:ext>
              </a:extLst>
            </p:cNvPr>
            <p:cNvSpPr/>
            <p:nvPr/>
          </p:nvSpPr>
          <p:spPr>
            <a:xfrm>
              <a:off x="1577166" y="8790852"/>
              <a:ext cx="1090577" cy="2850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b="1" kern="1200" dirty="0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Lưu </a:t>
              </a: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hồ</a:t>
              </a:r>
              <a:r>
                <a:rPr lang="en-US" sz="900" b="1" kern="1200" dirty="0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sơ</a:t>
              </a:r>
              <a:endParaRPr lang="vi-VN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94CC1C5-718B-A0B3-9067-E29D2CBBAF2C}"/>
                </a:ext>
              </a:extLst>
            </p:cNvPr>
            <p:cNvGrpSpPr/>
            <p:nvPr/>
          </p:nvGrpSpPr>
          <p:grpSpPr>
            <a:xfrm>
              <a:off x="1616669" y="1793774"/>
              <a:ext cx="1038225" cy="674901"/>
              <a:chOff x="1598381" y="1921790"/>
              <a:chExt cx="1038225" cy="674901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C1F11C8-25D5-4EFE-9174-0F880C07E6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0634" y="2155102"/>
                <a:ext cx="6419" cy="44158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EFFC9B69-7FB4-4B9F-88ED-6458D1D25661}"/>
                  </a:ext>
                </a:extLst>
              </p:cNvPr>
              <p:cNvSpPr/>
              <p:nvPr/>
            </p:nvSpPr>
            <p:spPr>
              <a:xfrm>
                <a:off x="1598381" y="1921790"/>
                <a:ext cx="10382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sz="900" b="1" kern="1200" dirty="0">
                    <a:solidFill>
                      <a:schemeClr val="lt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Đăng ký tổ chức</a:t>
                </a:r>
              </a:p>
            </p:txBody>
          </p:sp>
        </p:grp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5DA64C-122B-C134-9983-CD68FE897B74}"/>
              </a:ext>
            </a:extLst>
          </p:cNvPr>
          <p:cNvCxnSpPr>
            <a:cxnSpLocks/>
          </p:cNvCxnSpPr>
          <p:nvPr/>
        </p:nvCxnSpPr>
        <p:spPr>
          <a:xfrm>
            <a:off x="2631343" y="2626760"/>
            <a:ext cx="0" cy="492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5501D0-E160-A35F-A990-38BD8FF80731}"/>
              </a:ext>
            </a:extLst>
          </p:cNvPr>
          <p:cNvCxnSpPr>
            <a:cxnSpLocks/>
          </p:cNvCxnSpPr>
          <p:nvPr/>
        </p:nvCxnSpPr>
        <p:spPr>
          <a:xfrm>
            <a:off x="2624109" y="7948458"/>
            <a:ext cx="1582" cy="285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EC5CA56-B0C4-F146-1522-60AA81B920B6}"/>
              </a:ext>
            </a:extLst>
          </p:cNvPr>
          <p:cNvSpPr/>
          <p:nvPr/>
        </p:nvSpPr>
        <p:spPr>
          <a:xfrm>
            <a:off x="1867840" y="7683613"/>
            <a:ext cx="1543248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Thanh toán chi phí tổ chức </a:t>
            </a:r>
          </a:p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 báo cáo kết quả tổ chức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705F37-2ABA-2EDA-5F89-47CC36B78C69}"/>
              </a:ext>
            </a:extLst>
          </p:cNvPr>
          <p:cNvCxnSpPr>
            <a:cxnSpLocks/>
          </p:cNvCxnSpPr>
          <p:nvPr/>
        </p:nvCxnSpPr>
        <p:spPr>
          <a:xfrm>
            <a:off x="2631343" y="7275302"/>
            <a:ext cx="0" cy="402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2104ECC-7F98-795B-CC7F-1426DB3B6434}"/>
              </a:ext>
            </a:extLst>
          </p:cNvPr>
          <p:cNvSpPr/>
          <p:nvPr/>
        </p:nvSpPr>
        <p:spPr>
          <a:xfrm>
            <a:off x="2080365" y="7127743"/>
            <a:ext cx="1100327" cy="358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Tổ chức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AADD53-C771-72D7-1172-7180A86B1804}"/>
              </a:ext>
            </a:extLst>
          </p:cNvPr>
          <p:cNvCxnSpPr>
            <a:cxnSpLocks/>
          </p:cNvCxnSpPr>
          <p:nvPr/>
        </p:nvCxnSpPr>
        <p:spPr>
          <a:xfrm>
            <a:off x="2630529" y="6728010"/>
            <a:ext cx="0" cy="402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C0BBFB6-CF70-82E4-9FDB-60F8ABAA43D1}"/>
              </a:ext>
            </a:extLst>
          </p:cNvPr>
          <p:cNvSpPr/>
          <p:nvPr/>
        </p:nvSpPr>
        <p:spPr>
          <a:xfrm>
            <a:off x="2089965" y="6695874"/>
            <a:ext cx="1100334" cy="264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Thu phí tham dự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89509C8-E95C-4D34-3E12-82D57ACE9A7E}"/>
              </a:ext>
            </a:extLst>
          </p:cNvPr>
          <p:cNvCxnSpPr>
            <a:cxnSpLocks/>
          </p:cNvCxnSpPr>
          <p:nvPr/>
        </p:nvCxnSpPr>
        <p:spPr>
          <a:xfrm>
            <a:off x="2628793" y="6287115"/>
            <a:ext cx="0" cy="402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BB094D8-1B01-A88C-1A4A-27B9D124E146}"/>
              </a:ext>
            </a:extLst>
          </p:cNvPr>
          <p:cNvSpPr txBox="1"/>
          <p:nvPr/>
        </p:nvSpPr>
        <p:spPr>
          <a:xfrm>
            <a:off x="2661579" y="6422999"/>
            <a:ext cx="519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Đạt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CE4B24-1EFA-F51C-6D6D-68C6A37D1418}"/>
              </a:ext>
            </a:extLst>
          </p:cNvPr>
          <p:cNvSpPr txBox="1"/>
          <p:nvPr/>
        </p:nvSpPr>
        <p:spPr>
          <a:xfrm>
            <a:off x="1843707" y="6307495"/>
            <a:ext cx="633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 Đạt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4B3BCC6-BEDF-82B3-57E9-09EFD05FC64D}"/>
              </a:ext>
            </a:extLst>
          </p:cNvPr>
          <p:cNvCxnSpPr>
            <a:cxnSpLocks/>
          </p:cNvCxnSpPr>
          <p:nvPr/>
        </p:nvCxnSpPr>
        <p:spPr>
          <a:xfrm>
            <a:off x="1882150" y="6239113"/>
            <a:ext cx="20181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D13811B-4425-26DE-ED92-1600B6F353A8}"/>
              </a:ext>
            </a:extLst>
          </p:cNvPr>
          <p:cNvCxnSpPr>
            <a:cxnSpLocks/>
          </p:cNvCxnSpPr>
          <p:nvPr/>
        </p:nvCxnSpPr>
        <p:spPr>
          <a:xfrm flipV="1">
            <a:off x="1863417" y="5951670"/>
            <a:ext cx="767111" cy="1231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D124CF6-FF57-B114-29F6-C7DE0EE11687}"/>
              </a:ext>
            </a:extLst>
          </p:cNvPr>
          <p:cNvCxnSpPr>
            <a:cxnSpLocks/>
          </p:cNvCxnSpPr>
          <p:nvPr/>
        </p:nvCxnSpPr>
        <p:spPr>
          <a:xfrm>
            <a:off x="2628793" y="5568645"/>
            <a:ext cx="0" cy="402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11AFB77-857C-06C8-7F8B-D76BE928E57D}"/>
              </a:ext>
            </a:extLst>
          </p:cNvPr>
          <p:cNvSpPr/>
          <p:nvPr/>
        </p:nvSpPr>
        <p:spPr>
          <a:xfrm>
            <a:off x="2089957" y="5417912"/>
            <a:ext cx="1100342" cy="358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Gọi bài và bình duyệt bài viết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32088BD-B429-0EAA-5AF9-483D621337E7}"/>
              </a:ext>
            </a:extLst>
          </p:cNvPr>
          <p:cNvCxnSpPr>
            <a:cxnSpLocks/>
          </p:cNvCxnSpPr>
          <p:nvPr/>
        </p:nvCxnSpPr>
        <p:spPr>
          <a:xfrm>
            <a:off x="2629723" y="5015610"/>
            <a:ext cx="0" cy="402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EA95DF8D-5BB0-7341-A5CF-F0C2625AFB82}"/>
              </a:ext>
            </a:extLst>
          </p:cNvPr>
          <p:cNvSpPr/>
          <p:nvPr/>
        </p:nvSpPr>
        <p:spPr>
          <a:xfrm>
            <a:off x="2083962" y="4815548"/>
            <a:ext cx="1100342" cy="358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Thiết kế website và email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9FAEE01-8D95-A36C-10B4-F919EA6EF843}"/>
              </a:ext>
            </a:extLst>
          </p:cNvPr>
          <p:cNvCxnSpPr>
            <a:cxnSpLocks/>
          </p:cNvCxnSpPr>
          <p:nvPr/>
        </p:nvCxnSpPr>
        <p:spPr>
          <a:xfrm>
            <a:off x="2628793" y="4551127"/>
            <a:ext cx="0" cy="257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767C084-B6E1-AF07-C61D-DC987A2DD7B0}"/>
              </a:ext>
            </a:extLst>
          </p:cNvPr>
          <p:cNvCxnSpPr>
            <a:cxnSpLocks/>
          </p:cNvCxnSpPr>
          <p:nvPr/>
        </p:nvCxnSpPr>
        <p:spPr>
          <a:xfrm flipH="1">
            <a:off x="2646965" y="3690063"/>
            <a:ext cx="1" cy="295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Flowchart: Decision 21">
            <a:extLst>
              <a:ext uri="{FF2B5EF4-FFF2-40B4-BE49-F238E27FC236}">
                <a16:creationId xmlns:a16="http://schemas.microsoft.com/office/drawing/2014/main" id="{5B190903-3F13-C3B9-0693-ECE8132CDC6B}"/>
              </a:ext>
            </a:extLst>
          </p:cNvPr>
          <p:cNvSpPr/>
          <p:nvPr/>
        </p:nvSpPr>
        <p:spPr>
          <a:xfrm>
            <a:off x="1935969" y="3128763"/>
            <a:ext cx="1404315" cy="676471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Báo cáo xin ý kiến CQNN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5C54AA-1CF3-405A-5385-CFCB80F4C74D}"/>
              </a:ext>
            </a:extLst>
          </p:cNvPr>
          <p:cNvSpPr txBox="1"/>
          <p:nvPr/>
        </p:nvSpPr>
        <p:spPr>
          <a:xfrm>
            <a:off x="2703818" y="2582333"/>
            <a:ext cx="41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V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5535A84-4C8B-9E81-5596-33ED356F344F}"/>
              </a:ext>
            </a:extLst>
          </p:cNvPr>
          <p:cNvSpPr txBox="1"/>
          <p:nvPr/>
        </p:nvSpPr>
        <p:spPr>
          <a:xfrm>
            <a:off x="2739738" y="3749124"/>
            <a:ext cx="519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Đạt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CDB557-F2B9-5023-1968-AEBAF346769C}"/>
              </a:ext>
            </a:extLst>
          </p:cNvPr>
          <p:cNvSpPr txBox="1"/>
          <p:nvPr/>
        </p:nvSpPr>
        <p:spPr>
          <a:xfrm>
            <a:off x="2760899" y="2848770"/>
            <a:ext cx="519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Đạt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3D3D67A-E65D-3140-0D75-02110A4AC9D8}"/>
              </a:ext>
            </a:extLst>
          </p:cNvPr>
          <p:cNvSpPr txBox="1"/>
          <p:nvPr/>
        </p:nvSpPr>
        <p:spPr>
          <a:xfrm>
            <a:off x="1699337" y="3661767"/>
            <a:ext cx="567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 Đạt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6C524F-47C9-7FF6-85E2-81AC87BE55BB}"/>
              </a:ext>
            </a:extLst>
          </p:cNvPr>
          <p:cNvSpPr txBox="1"/>
          <p:nvPr/>
        </p:nvSpPr>
        <p:spPr>
          <a:xfrm>
            <a:off x="1668062" y="2842377"/>
            <a:ext cx="567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 Đạt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FD95C1-54BB-7446-234C-D19626E95873}"/>
              </a:ext>
            </a:extLst>
          </p:cNvPr>
          <p:cNvCxnSpPr>
            <a:cxnSpLocks/>
          </p:cNvCxnSpPr>
          <p:nvPr/>
        </p:nvCxnSpPr>
        <p:spPr>
          <a:xfrm>
            <a:off x="1693391" y="4315469"/>
            <a:ext cx="35212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537DF6E-AEF5-70D5-4409-7CC4E9C07134}"/>
              </a:ext>
            </a:extLst>
          </p:cNvPr>
          <p:cNvCxnSpPr>
            <a:cxnSpLocks/>
          </p:cNvCxnSpPr>
          <p:nvPr/>
        </p:nvCxnSpPr>
        <p:spPr>
          <a:xfrm flipV="1">
            <a:off x="1675682" y="2513303"/>
            <a:ext cx="0" cy="180216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60072D9-99E4-22B0-24EA-DDBA6EE9B7EB}"/>
              </a:ext>
            </a:extLst>
          </p:cNvPr>
          <p:cNvCxnSpPr/>
          <p:nvPr/>
        </p:nvCxnSpPr>
        <p:spPr>
          <a:xfrm>
            <a:off x="1675682" y="2480051"/>
            <a:ext cx="19197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68C32FB-2933-8A5D-21E9-79B46EF1A1DE}"/>
              </a:ext>
            </a:extLst>
          </p:cNvPr>
          <p:cNvCxnSpPr>
            <a:cxnSpLocks/>
            <a:stCxn id="74" idx="1"/>
          </p:cNvCxnSpPr>
          <p:nvPr/>
        </p:nvCxnSpPr>
        <p:spPr>
          <a:xfrm flipH="1">
            <a:off x="1675682" y="3466999"/>
            <a:ext cx="26028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lowchart: Decision 21">
            <a:extLst>
              <a:ext uri="{FF2B5EF4-FFF2-40B4-BE49-F238E27FC236}">
                <a16:creationId xmlns:a16="http://schemas.microsoft.com/office/drawing/2014/main" id="{2D8C7388-9C3E-4152-09B7-71AA3E5D14A1}"/>
              </a:ext>
            </a:extLst>
          </p:cNvPr>
          <p:cNvSpPr/>
          <p:nvPr/>
        </p:nvSpPr>
        <p:spPr>
          <a:xfrm>
            <a:off x="1909648" y="3980260"/>
            <a:ext cx="1462593" cy="676471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Lập kế hoạch tổ chức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Flowchart: Decision 21">
            <a:extLst>
              <a:ext uri="{FF2B5EF4-FFF2-40B4-BE49-F238E27FC236}">
                <a16:creationId xmlns:a16="http://schemas.microsoft.com/office/drawing/2014/main" id="{A599D568-4FCA-74CF-0067-387339446F23}"/>
              </a:ext>
            </a:extLst>
          </p:cNvPr>
          <p:cNvSpPr/>
          <p:nvPr/>
        </p:nvSpPr>
        <p:spPr>
          <a:xfrm>
            <a:off x="1998811" y="5976956"/>
            <a:ext cx="1260040" cy="520852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Phản biện và biên tập 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5FC313-B279-E398-D1DA-7C7ADA87B5B8}"/>
              </a:ext>
            </a:extLst>
          </p:cNvPr>
          <p:cNvSpPr/>
          <p:nvPr/>
        </p:nvSpPr>
        <p:spPr>
          <a:xfrm rot="16200000">
            <a:off x="1427624" y="6085835"/>
            <a:ext cx="658443" cy="264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Tác giả chỉnh sửa</a:t>
            </a:r>
          </a:p>
        </p:txBody>
      </p:sp>
      <p:sp>
        <p:nvSpPr>
          <p:cNvPr id="3" name="Flowchart: Decision 21">
            <a:extLst>
              <a:ext uri="{FF2B5EF4-FFF2-40B4-BE49-F238E27FC236}">
                <a16:creationId xmlns:a16="http://schemas.microsoft.com/office/drawing/2014/main" id="{1155AD47-13CC-F856-0D9E-348DAD4434A0}"/>
              </a:ext>
            </a:extLst>
          </p:cNvPr>
          <p:cNvSpPr/>
          <p:nvPr/>
        </p:nvSpPr>
        <p:spPr>
          <a:xfrm>
            <a:off x="1837885" y="1952691"/>
            <a:ext cx="1607624" cy="1050967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 nhận, thẩm định hồ sơ đăng ký vá trình BGH phê duyệt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CCF2D-8D43-776D-316D-50F52BB336C7}"/>
              </a:ext>
            </a:extLst>
          </p:cNvPr>
          <p:cNvSpPr txBox="1"/>
          <p:nvPr/>
        </p:nvSpPr>
        <p:spPr>
          <a:xfrm>
            <a:off x="3012552" y="1630875"/>
            <a:ext cx="567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Không Đạt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B6C2AF-44DD-9B1C-09E4-3161108BEB7B}"/>
              </a:ext>
            </a:extLst>
          </p:cNvPr>
          <p:cNvCxnSpPr>
            <a:cxnSpLocks/>
          </p:cNvCxnSpPr>
          <p:nvPr/>
        </p:nvCxnSpPr>
        <p:spPr>
          <a:xfrm flipV="1">
            <a:off x="3546045" y="1479665"/>
            <a:ext cx="0" cy="100038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3831C0-CAEE-822B-E28B-D03E487B3753}"/>
              </a:ext>
            </a:extLst>
          </p:cNvPr>
          <p:cNvCxnSpPr>
            <a:cxnSpLocks/>
          </p:cNvCxnSpPr>
          <p:nvPr/>
        </p:nvCxnSpPr>
        <p:spPr>
          <a:xfrm flipH="1">
            <a:off x="3453822" y="2475101"/>
            <a:ext cx="9222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21CBFE-5677-D6C4-ED1A-07F2DECCB393}"/>
              </a:ext>
            </a:extLst>
          </p:cNvPr>
          <p:cNvCxnSpPr/>
          <p:nvPr/>
        </p:nvCxnSpPr>
        <p:spPr>
          <a:xfrm flipH="1">
            <a:off x="3190299" y="1496291"/>
            <a:ext cx="35574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AB4AA27-9B16-41A0-F67F-19EA68B94539}"/>
              </a:ext>
            </a:extLst>
          </p:cNvPr>
          <p:cNvSpPr txBox="1"/>
          <p:nvPr/>
        </p:nvSpPr>
        <p:spPr>
          <a:xfrm>
            <a:off x="2184705" y="1664187"/>
            <a:ext cx="519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/>
            <a:r>
              <a:rPr lang="en-VN" sz="1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Đạt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792</Words>
  <Application>Microsoft Office PowerPoint</Application>
  <PresentationFormat>Custom</PresentationFormat>
  <Paragraphs>121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Lan Thanh</dc:creator>
  <cp:keywords/>
  <dc:description>generated using python-pptx</dc:description>
  <cp:lastModifiedBy>Thanh Thanh</cp:lastModifiedBy>
  <cp:revision>50</cp:revision>
  <dcterms:created xsi:type="dcterms:W3CDTF">2013-01-27T09:14:16Z</dcterms:created>
  <dcterms:modified xsi:type="dcterms:W3CDTF">2025-08-01T15:44:02Z</dcterms:modified>
  <cp:category/>
</cp:coreProperties>
</file>
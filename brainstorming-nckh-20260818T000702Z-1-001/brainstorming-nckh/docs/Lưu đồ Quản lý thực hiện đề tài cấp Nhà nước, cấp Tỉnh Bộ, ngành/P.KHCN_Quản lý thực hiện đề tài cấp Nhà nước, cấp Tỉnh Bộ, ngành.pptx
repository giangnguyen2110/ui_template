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
  </p:notesMasterIdLst>
  <p:handoutMasterIdLst>
    <p:handoutMasterId r:id="rId4"/>
  </p:handoutMasterIdLst>
  <p:sldIdLst>
    <p:sldId id="256" r:id="rId2"/>
  </p:sldIdLst>
  <p:sldSz cx="6875463" cy="9396413"/>
  <p:notesSz cx="6858000" cy="9144000"/>
  <p:defaultTextStyle>
    <a:defPPr>
      <a:defRPr lang="en-US"/>
    </a:defPPr>
    <a:lvl1pPr marL="0" algn="l" defTabSz="383271" rtl="0" eaLnBrk="1" latinLnBrk="0" hangingPunct="1">
      <a:defRPr sz="1509" kern="1200">
        <a:solidFill>
          <a:schemeClr val="tx1"/>
        </a:solidFill>
        <a:latin typeface="+mn-lt"/>
        <a:ea typeface="+mn-ea"/>
        <a:cs typeface="+mn-cs"/>
      </a:defRPr>
    </a:lvl1pPr>
    <a:lvl2pPr marL="383271" algn="l" defTabSz="383271" rtl="0" eaLnBrk="1" latinLnBrk="0" hangingPunct="1">
      <a:defRPr sz="1509" kern="1200">
        <a:solidFill>
          <a:schemeClr val="tx1"/>
        </a:solidFill>
        <a:latin typeface="+mn-lt"/>
        <a:ea typeface="+mn-ea"/>
        <a:cs typeface="+mn-cs"/>
      </a:defRPr>
    </a:lvl2pPr>
    <a:lvl3pPr marL="766542" algn="l" defTabSz="383271" rtl="0" eaLnBrk="1" latinLnBrk="0" hangingPunct="1">
      <a:defRPr sz="1509" kern="1200">
        <a:solidFill>
          <a:schemeClr val="tx1"/>
        </a:solidFill>
        <a:latin typeface="+mn-lt"/>
        <a:ea typeface="+mn-ea"/>
        <a:cs typeface="+mn-cs"/>
      </a:defRPr>
    </a:lvl3pPr>
    <a:lvl4pPr marL="1149814" algn="l" defTabSz="383271" rtl="0" eaLnBrk="1" latinLnBrk="0" hangingPunct="1">
      <a:defRPr sz="1509" kern="1200">
        <a:solidFill>
          <a:schemeClr val="tx1"/>
        </a:solidFill>
        <a:latin typeface="+mn-lt"/>
        <a:ea typeface="+mn-ea"/>
        <a:cs typeface="+mn-cs"/>
      </a:defRPr>
    </a:lvl4pPr>
    <a:lvl5pPr marL="1533084" algn="l" defTabSz="383271" rtl="0" eaLnBrk="1" latinLnBrk="0" hangingPunct="1">
      <a:defRPr sz="1509" kern="1200">
        <a:solidFill>
          <a:schemeClr val="tx1"/>
        </a:solidFill>
        <a:latin typeface="+mn-lt"/>
        <a:ea typeface="+mn-ea"/>
        <a:cs typeface="+mn-cs"/>
      </a:defRPr>
    </a:lvl5pPr>
    <a:lvl6pPr marL="1916356" algn="l" defTabSz="383271" rtl="0" eaLnBrk="1" latinLnBrk="0" hangingPunct="1">
      <a:defRPr sz="1509" kern="1200">
        <a:solidFill>
          <a:schemeClr val="tx1"/>
        </a:solidFill>
        <a:latin typeface="+mn-lt"/>
        <a:ea typeface="+mn-ea"/>
        <a:cs typeface="+mn-cs"/>
      </a:defRPr>
    </a:lvl6pPr>
    <a:lvl7pPr marL="2299627" algn="l" defTabSz="383271" rtl="0" eaLnBrk="1" latinLnBrk="0" hangingPunct="1">
      <a:defRPr sz="1509" kern="1200">
        <a:solidFill>
          <a:schemeClr val="tx1"/>
        </a:solidFill>
        <a:latin typeface="+mn-lt"/>
        <a:ea typeface="+mn-ea"/>
        <a:cs typeface="+mn-cs"/>
      </a:defRPr>
    </a:lvl7pPr>
    <a:lvl8pPr marL="2682898" algn="l" defTabSz="383271" rtl="0" eaLnBrk="1" latinLnBrk="0" hangingPunct="1">
      <a:defRPr sz="1509" kern="1200">
        <a:solidFill>
          <a:schemeClr val="tx1"/>
        </a:solidFill>
        <a:latin typeface="+mn-lt"/>
        <a:ea typeface="+mn-ea"/>
        <a:cs typeface="+mn-cs"/>
      </a:defRPr>
    </a:lvl8pPr>
    <a:lvl9pPr marL="3066170" algn="l" defTabSz="383271" rtl="0" eaLnBrk="1" latinLnBrk="0" hangingPunct="1">
      <a:defRPr sz="150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60" userDrawn="1">
          <p15:clr>
            <a:srgbClr val="A4A3A4"/>
          </p15:clr>
        </p15:guide>
        <p15:guide id="2" pos="216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20000"/>
    <a:srgbClr val="7E0000"/>
    <a:srgbClr val="F9F3FF"/>
    <a:srgbClr val="F0E1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935" autoAdjust="0"/>
  </p:normalViewPr>
  <p:slideViewPr>
    <p:cSldViewPr snapToGrid="0" snapToObjects="1">
      <p:cViewPr>
        <p:scale>
          <a:sx n="125" d="100"/>
          <a:sy n="125" d="100"/>
        </p:scale>
        <p:origin x="1046" y="-2198"/>
      </p:cViewPr>
      <p:guideLst>
        <p:guide orient="horz" pos="2960"/>
        <p:guide pos="2166"/>
      </p:guideLst>
    </p:cSldViewPr>
  </p:slideViewPr>
  <p:notesTextViewPr>
    <p:cViewPr>
      <p:scale>
        <a:sx n="100" d="100"/>
        <a:sy n="100" d="100"/>
      </p:scale>
      <p:origin x="0" y="0"/>
    </p:cViewPr>
  </p:notesTextViewPr>
  <p:notesViewPr>
    <p:cSldViewPr snapToGrid="0" snapToObjects="1">
      <p:cViewPr varScale="1">
        <p:scale>
          <a:sx n="71" d="100"/>
          <a:sy n="71" d="100"/>
        </p:scale>
        <p:origin x="2952"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6E94E60-1F9B-C287-DF89-05E0D75C36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a:extLst>
              <a:ext uri="{FF2B5EF4-FFF2-40B4-BE49-F238E27FC236}">
                <a16:creationId xmlns:a16="http://schemas.microsoft.com/office/drawing/2014/main" id="{15C49BAB-AA10-E479-DCC9-6D253DE2B7F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4F69F9A-9EED-42CE-A97E-E3CBC6A0641F}" type="datetimeFigureOut">
              <a:rPr lang="vi-VN" smtClean="0"/>
              <a:t>15/09/2025</a:t>
            </a:fld>
            <a:endParaRPr lang="vi-VN"/>
          </a:p>
        </p:txBody>
      </p:sp>
      <p:sp>
        <p:nvSpPr>
          <p:cNvPr id="4" name="Footer Placeholder 3">
            <a:extLst>
              <a:ext uri="{FF2B5EF4-FFF2-40B4-BE49-F238E27FC236}">
                <a16:creationId xmlns:a16="http://schemas.microsoft.com/office/drawing/2014/main" id="{03E9ABC6-57FB-B772-B26C-3CD4BD4D85A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5" name="Slide Number Placeholder 4">
            <a:extLst>
              <a:ext uri="{FF2B5EF4-FFF2-40B4-BE49-F238E27FC236}">
                <a16:creationId xmlns:a16="http://schemas.microsoft.com/office/drawing/2014/main" id="{6783FEBA-98C2-C7B8-C7AE-59845208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700BE5-0043-404F-8BA4-8EDF2811780E}" type="slidenum">
              <a:rPr lang="vi-VN" smtClean="0"/>
              <a:t>‹#›</a:t>
            </a:fld>
            <a:endParaRPr lang="vi-VN"/>
          </a:p>
        </p:txBody>
      </p:sp>
    </p:spTree>
    <p:extLst>
      <p:ext uri="{BB962C8B-B14F-4D97-AF65-F5344CB8AC3E}">
        <p14:creationId xmlns:p14="http://schemas.microsoft.com/office/powerpoint/2010/main" val="345713794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2974062"/>
      </p:ext>
    </p:extLst>
  </p:cSld>
  <p:clrMap bg1="lt1" tx1="dk1" bg2="lt2" tx2="dk2" accent1="accent1" accent2="accent2" accent3="accent3" accent4="accent4" accent5="accent5" accent6="accent6" hlink="hlink" folHlink="folHlink"/>
  <p:hf sldNum="0" hdr="0" ftr="0" dt="0"/>
  <p:notesStyle>
    <a:lvl1pPr marL="0" algn="l" defTabSz="766542" rtl="0" eaLnBrk="1" latinLnBrk="0" hangingPunct="1">
      <a:defRPr sz="1006" kern="1200">
        <a:solidFill>
          <a:schemeClr val="tx1"/>
        </a:solidFill>
        <a:latin typeface="+mn-lt"/>
        <a:ea typeface="+mn-ea"/>
        <a:cs typeface="+mn-cs"/>
      </a:defRPr>
    </a:lvl1pPr>
    <a:lvl2pPr marL="383271" algn="l" defTabSz="766542" rtl="0" eaLnBrk="1" latinLnBrk="0" hangingPunct="1">
      <a:defRPr sz="1006" kern="1200">
        <a:solidFill>
          <a:schemeClr val="tx1"/>
        </a:solidFill>
        <a:latin typeface="+mn-lt"/>
        <a:ea typeface="+mn-ea"/>
        <a:cs typeface="+mn-cs"/>
      </a:defRPr>
    </a:lvl2pPr>
    <a:lvl3pPr marL="766542" algn="l" defTabSz="766542" rtl="0" eaLnBrk="1" latinLnBrk="0" hangingPunct="1">
      <a:defRPr sz="1006" kern="1200">
        <a:solidFill>
          <a:schemeClr val="tx1"/>
        </a:solidFill>
        <a:latin typeface="+mn-lt"/>
        <a:ea typeface="+mn-ea"/>
        <a:cs typeface="+mn-cs"/>
      </a:defRPr>
    </a:lvl3pPr>
    <a:lvl4pPr marL="1149814" algn="l" defTabSz="766542" rtl="0" eaLnBrk="1" latinLnBrk="0" hangingPunct="1">
      <a:defRPr sz="1006" kern="1200">
        <a:solidFill>
          <a:schemeClr val="tx1"/>
        </a:solidFill>
        <a:latin typeface="+mn-lt"/>
        <a:ea typeface="+mn-ea"/>
        <a:cs typeface="+mn-cs"/>
      </a:defRPr>
    </a:lvl4pPr>
    <a:lvl5pPr marL="1533084" algn="l" defTabSz="766542" rtl="0" eaLnBrk="1" latinLnBrk="0" hangingPunct="1">
      <a:defRPr sz="1006" kern="1200">
        <a:solidFill>
          <a:schemeClr val="tx1"/>
        </a:solidFill>
        <a:latin typeface="+mn-lt"/>
        <a:ea typeface="+mn-ea"/>
        <a:cs typeface="+mn-cs"/>
      </a:defRPr>
    </a:lvl5pPr>
    <a:lvl6pPr marL="1916356" algn="l" defTabSz="766542" rtl="0" eaLnBrk="1" latinLnBrk="0" hangingPunct="1">
      <a:defRPr sz="1006" kern="1200">
        <a:solidFill>
          <a:schemeClr val="tx1"/>
        </a:solidFill>
        <a:latin typeface="+mn-lt"/>
        <a:ea typeface="+mn-ea"/>
        <a:cs typeface="+mn-cs"/>
      </a:defRPr>
    </a:lvl6pPr>
    <a:lvl7pPr marL="2299627" algn="l" defTabSz="766542" rtl="0" eaLnBrk="1" latinLnBrk="0" hangingPunct="1">
      <a:defRPr sz="1006" kern="1200">
        <a:solidFill>
          <a:schemeClr val="tx1"/>
        </a:solidFill>
        <a:latin typeface="+mn-lt"/>
        <a:ea typeface="+mn-ea"/>
        <a:cs typeface="+mn-cs"/>
      </a:defRPr>
    </a:lvl7pPr>
    <a:lvl8pPr marL="2682898" algn="l" defTabSz="766542" rtl="0" eaLnBrk="1" latinLnBrk="0" hangingPunct="1">
      <a:defRPr sz="1006" kern="1200">
        <a:solidFill>
          <a:schemeClr val="tx1"/>
        </a:solidFill>
        <a:latin typeface="+mn-lt"/>
        <a:ea typeface="+mn-ea"/>
        <a:cs typeface="+mn-cs"/>
      </a:defRPr>
    </a:lvl8pPr>
    <a:lvl9pPr marL="3066170" algn="l" defTabSz="766542" rtl="0" eaLnBrk="1" latinLnBrk="0" hangingPunct="1">
      <a:defRPr sz="100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0288" y="1143000"/>
            <a:ext cx="2257425"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vi-VN" dirty="0"/>
          </a:p>
        </p:txBody>
      </p:sp>
    </p:spTree>
    <p:extLst>
      <p:ext uri="{BB962C8B-B14F-4D97-AF65-F5344CB8AC3E}">
        <p14:creationId xmlns:p14="http://schemas.microsoft.com/office/powerpoint/2010/main" val="1017794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5660" y="2918981"/>
            <a:ext cx="5844144" cy="2014139"/>
          </a:xfrm>
        </p:spPr>
        <p:txBody>
          <a:bodyPr/>
          <a:lstStyle/>
          <a:p>
            <a:r>
              <a:rPr lang="en-US"/>
              <a:t>Click to edit Master title style</a:t>
            </a:r>
          </a:p>
        </p:txBody>
      </p:sp>
      <p:sp>
        <p:nvSpPr>
          <p:cNvPr id="3" name="Subtitle 2"/>
          <p:cNvSpPr>
            <a:spLocks noGrp="1"/>
          </p:cNvSpPr>
          <p:nvPr>
            <p:ph type="subTitle" idx="1"/>
          </p:nvPr>
        </p:nvSpPr>
        <p:spPr>
          <a:xfrm>
            <a:off x="1031320" y="5324635"/>
            <a:ext cx="4812825" cy="2401305"/>
          </a:xfrm>
        </p:spPr>
        <p:txBody>
          <a:bodyPr/>
          <a:lstStyle>
            <a:lvl1pPr marL="0" indent="0" algn="ctr">
              <a:buNone/>
              <a:defRPr>
                <a:solidFill>
                  <a:schemeClr val="tx1">
                    <a:tint val="75000"/>
                  </a:schemeClr>
                </a:solidFill>
              </a:defRPr>
            </a:lvl1pPr>
            <a:lvl2pPr marL="862431" indent="0" algn="ctr">
              <a:buNone/>
              <a:defRPr>
                <a:solidFill>
                  <a:schemeClr val="tx1">
                    <a:tint val="75000"/>
                  </a:schemeClr>
                </a:solidFill>
              </a:defRPr>
            </a:lvl2pPr>
            <a:lvl3pPr marL="1724862" indent="0" algn="ctr">
              <a:buNone/>
              <a:defRPr>
                <a:solidFill>
                  <a:schemeClr val="tx1">
                    <a:tint val="75000"/>
                  </a:schemeClr>
                </a:solidFill>
              </a:defRPr>
            </a:lvl3pPr>
            <a:lvl4pPr marL="2587293" indent="0" algn="ctr">
              <a:buNone/>
              <a:defRPr>
                <a:solidFill>
                  <a:schemeClr val="tx1">
                    <a:tint val="75000"/>
                  </a:schemeClr>
                </a:solidFill>
              </a:defRPr>
            </a:lvl4pPr>
            <a:lvl5pPr marL="3449727" indent="0" algn="ctr">
              <a:buNone/>
              <a:defRPr>
                <a:solidFill>
                  <a:schemeClr val="tx1">
                    <a:tint val="75000"/>
                  </a:schemeClr>
                </a:solidFill>
              </a:defRPr>
            </a:lvl5pPr>
            <a:lvl6pPr marL="4312158" indent="0" algn="ctr">
              <a:buNone/>
              <a:defRPr>
                <a:solidFill>
                  <a:schemeClr val="tx1">
                    <a:tint val="75000"/>
                  </a:schemeClr>
                </a:solidFill>
              </a:defRPr>
            </a:lvl6pPr>
            <a:lvl7pPr marL="5174589" indent="0" algn="ctr">
              <a:buNone/>
              <a:defRPr>
                <a:solidFill>
                  <a:schemeClr val="tx1">
                    <a:tint val="75000"/>
                  </a:schemeClr>
                </a:solidFill>
              </a:defRPr>
            </a:lvl7pPr>
            <a:lvl8pPr marL="6037020" indent="0" algn="ctr">
              <a:buNone/>
              <a:defRPr>
                <a:solidFill>
                  <a:schemeClr val="tx1">
                    <a:tint val="75000"/>
                  </a:schemeClr>
                </a:solidFill>
              </a:defRPr>
            </a:lvl8pPr>
            <a:lvl9pPr marL="689945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C845BF9-0791-4FF6-9415-954E5EA8ECD0}" type="datetime1">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816F2F-FC67-4F62-9336-E9EF7304C097}" type="datetime1">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3114" y="6038069"/>
            <a:ext cx="5844144" cy="1866232"/>
          </a:xfrm>
        </p:spPr>
        <p:txBody>
          <a:bodyPr anchor="t"/>
          <a:lstStyle>
            <a:lvl1pPr algn="l">
              <a:defRPr sz="7545" b="1" cap="all"/>
            </a:lvl1pPr>
          </a:lstStyle>
          <a:p>
            <a:r>
              <a:rPr lang="en-US"/>
              <a:t>Click to edit Master title style</a:t>
            </a:r>
          </a:p>
        </p:txBody>
      </p:sp>
      <p:sp>
        <p:nvSpPr>
          <p:cNvPr id="3" name="Text Placeholder 2"/>
          <p:cNvSpPr>
            <a:spLocks noGrp="1"/>
          </p:cNvSpPr>
          <p:nvPr>
            <p:ph type="body" idx="1"/>
          </p:nvPr>
        </p:nvSpPr>
        <p:spPr>
          <a:xfrm>
            <a:off x="543114" y="3982602"/>
            <a:ext cx="5844144" cy="2055465"/>
          </a:xfrm>
        </p:spPr>
        <p:txBody>
          <a:bodyPr anchor="b"/>
          <a:lstStyle>
            <a:lvl1pPr marL="0" indent="0">
              <a:buNone/>
              <a:defRPr sz="3773">
                <a:solidFill>
                  <a:schemeClr val="tx1">
                    <a:tint val="75000"/>
                  </a:schemeClr>
                </a:solidFill>
              </a:defRPr>
            </a:lvl1pPr>
            <a:lvl2pPr marL="862431" indent="0">
              <a:buNone/>
              <a:defRPr sz="3397">
                <a:solidFill>
                  <a:schemeClr val="tx1">
                    <a:tint val="75000"/>
                  </a:schemeClr>
                </a:solidFill>
              </a:defRPr>
            </a:lvl2pPr>
            <a:lvl3pPr marL="1724862" indent="0">
              <a:buNone/>
              <a:defRPr sz="3017">
                <a:solidFill>
                  <a:schemeClr val="tx1">
                    <a:tint val="75000"/>
                  </a:schemeClr>
                </a:solidFill>
              </a:defRPr>
            </a:lvl3pPr>
            <a:lvl4pPr marL="2587293" indent="0">
              <a:buNone/>
              <a:defRPr sz="2643">
                <a:solidFill>
                  <a:schemeClr val="tx1">
                    <a:tint val="75000"/>
                  </a:schemeClr>
                </a:solidFill>
              </a:defRPr>
            </a:lvl4pPr>
            <a:lvl5pPr marL="3449727" indent="0">
              <a:buNone/>
              <a:defRPr sz="2643">
                <a:solidFill>
                  <a:schemeClr val="tx1">
                    <a:tint val="75000"/>
                  </a:schemeClr>
                </a:solidFill>
              </a:defRPr>
            </a:lvl5pPr>
            <a:lvl6pPr marL="4312158" indent="0">
              <a:buNone/>
              <a:defRPr sz="2643">
                <a:solidFill>
                  <a:schemeClr val="tx1">
                    <a:tint val="75000"/>
                  </a:schemeClr>
                </a:solidFill>
              </a:defRPr>
            </a:lvl6pPr>
            <a:lvl7pPr marL="5174589" indent="0">
              <a:buNone/>
              <a:defRPr sz="2643">
                <a:solidFill>
                  <a:schemeClr val="tx1">
                    <a:tint val="75000"/>
                  </a:schemeClr>
                </a:solidFill>
              </a:defRPr>
            </a:lvl7pPr>
            <a:lvl8pPr marL="6037020" indent="0">
              <a:buNone/>
              <a:defRPr sz="2643">
                <a:solidFill>
                  <a:schemeClr val="tx1">
                    <a:tint val="75000"/>
                  </a:schemeClr>
                </a:solidFill>
              </a:defRPr>
            </a:lvl8pPr>
            <a:lvl9pPr marL="6899452" indent="0">
              <a:buNone/>
              <a:defRPr sz="264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18ADA0-4002-4328-B3D1-3D9848409788}" type="datetime1">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3774" y="2192500"/>
            <a:ext cx="3036663" cy="6201198"/>
          </a:xfrm>
        </p:spPr>
        <p:txBody>
          <a:bodyPr/>
          <a:lstStyle>
            <a:lvl1pPr>
              <a:defRPr sz="5282"/>
            </a:lvl1pPr>
            <a:lvl2pPr>
              <a:defRPr sz="4527"/>
            </a:lvl2pPr>
            <a:lvl3pPr>
              <a:defRPr sz="3773"/>
            </a:lvl3pPr>
            <a:lvl4pPr>
              <a:defRPr sz="3397"/>
            </a:lvl4pPr>
            <a:lvl5pPr>
              <a:defRPr sz="3397"/>
            </a:lvl5pPr>
            <a:lvl6pPr>
              <a:defRPr sz="3397"/>
            </a:lvl6pPr>
            <a:lvl7pPr>
              <a:defRPr sz="3397"/>
            </a:lvl7pPr>
            <a:lvl8pPr>
              <a:defRPr sz="3397"/>
            </a:lvl8pPr>
            <a:lvl9pPr>
              <a:defRPr sz="339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95027" y="2192500"/>
            <a:ext cx="3036663" cy="6201198"/>
          </a:xfrm>
        </p:spPr>
        <p:txBody>
          <a:bodyPr/>
          <a:lstStyle>
            <a:lvl1pPr>
              <a:defRPr sz="5282"/>
            </a:lvl1pPr>
            <a:lvl2pPr>
              <a:defRPr sz="4527"/>
            </a:lvl2pPr>
            <a:lvl3pPr>
              <a:defRPr sz="3773"/>
            </a:lvl3pPr>
            <a:lvl4pPr>
              <a:defRPr sz="3397"/>
            </a:lvl4pPr>
            <a:lvl5pPr>
              <a:defRPr sz="3397"/>
            </a:lvl5pPr>
            <a:lvl6pPr>
              <a:defRPr sz="3397"/>
            </a:lvl6pPr>
            <a:lvl7pPr>
              <a:defRPr sz="3397"/>
            </a:lvl7pPr>
            <a:lvl8pPr>
              <a:defRPr sz="3397"/>
            </a:lvl8pPr>
            <a:lvl9pPr>
              <a:defRPr sz="339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4F418C5-48E1-4864-9C37-C28CAFC7DF3D}" type="datetime1">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3775" y="2103320"/>
            <a:ext cx="3037856" cy="876563"/>
          </a:xfrm>
        </p:spPr>
        <p:txBody>
          <a:bodyPr anchor="b"/>
          <a:lstStyle>
            <a:lvl1pPr marL="0" indent="0">
              <a:buNone/>
              <a:defRPr sz="4527" b="1"/>
            </a:lvl1pPr>
            <a:lvl2pPr marL="862431" indent="0">
              <a:buNone/>
              <a:defRPr sz="3773" b="1"/>
            </a:lvl2pPr>
            <a:lvl3pPr marL="1724862" indent="0">
              <a:buNone/>
              <a:defRPr sz="3397" b="1"/>
            </a:lvl3pPr>
            <a:lvl4pPr marL="2587293" indent="0">
              <a:buNone/>
              <a:defRPr sz="3017" b="1"/>
            </a:lvl4pPr>
            <a:lvl5pPr marL="3449727" indent="0">
              <a:buNone/>
              <a:defRPr sz="3017" b="1"/>
            </a:lvl5pPr>
            <a:lvl6pPr marL="4312158" indent="0">
              <a:buNone/>
              <a:defRPr sz="3017" b="1"/>
            </a:lvl6pPr>
            <a:lvl7pPr marL="5174589" indent="0">
              <a:buNone/>
              <a:defRPr sz="3017" b="1"/>
            </a:lvl7pPr>
            <a:lvl8pPr marL="6037020" indent="0">
              <a:buNone/>
              <a:defRPr sz="3017" b="1"/>
            </a:lvl8pPr>
            <a:lvl9pPr marL="6899452" indent="0">
              <a:buNone/>
              <a:defRPr sz="3017" b="1"/>
            </a:lvl9pPr>
          </a:lstStyle>
          <a:p>
            <a:pPr lvl="0"/>
            <a:r>
              <a:rPr lang="en-US"/>
              <a:t>Click to edit Master text styles</a:t>
            </a:r>
          </a:p>
        </p:txBody>
      </p:sp>
      <p:sp>
        <p:nvSpPr>
          <p:cNvPr id="4" name="Content Placeholder 3"/>
          <p:cNvSpPr>
            <a:spLocks noGrp="1"/>
          </p:cNvSpPr>
          <p:nvPr>
            <p:ph sz="half" idx="2"/>
          </p:nvPr>
        </p:nvSpPr>
        <p:spPr>
          <a:xfrm>
            <a:off x="343775" y="2979880"/>
            <a:ext cx="3037856" cy="5413814"/>
          </a:xfrm>
        </p:spPr>
        <p:txBody>
          <a:bodyPr/>
          <a:lstStyle>
            <a:lvl1pPr>
              <a:defRPr sz="4527"/>
            </a:lvl1pPr>
            <a:lvl2pPr>
              <a:defRPr sz="3773"/>
            </a:lvl2pPr>
            <a:lvl3pPr>
              <a:defRPr sz="3397"/>
            </a:lvl3pPr>
            <a:lvl4pPr>
              <a:defRPr sz="3017"/>
            </a:lvl4pPr>
            <a:lvl5pPr>
              <a:defRPr sz="3017"/>
            </a:lvl5pPr>
            <a:lvl6pPr>
              <a:defRPr sz="3017"/>
            </a:lvl6pPr>
            <a:lvl7pPr>
              <a:defRPr sz="3017"/>
            </a:lvl7pPr>
            <a:lvl8pPr>
              <a:defRPr sz="3017"/>
            </a:lvl8pPr>
            <a:lvl9pPr>
              <a:defRPr sz="301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92642" y="2103320"/>
            <a:ext cx="3039050" cy="876563"/>
          </a:xfrm>
        </p:spPr>
        <p:txBody>
          <a:bodyPr anchor="b"/>
          <a:lstStyle>
            <a:lvl1pPr marL="0" indent="0">
              <a:buNone/>
              <a:defRPr sz="4527" b="1"/>
            </a:lvl1pPr>
            <a:lvl2pPr marL="862431" indent="0">
              <a:buNone/>
              <a:defRPr sz="3773" b="1"/>
            </a:lvl2pPr>
            <a:lvl3pPr marL="1724862" indent="0">
              <a:buNone/>
              <a:defRPr sz="3397" b="1"/>
            </a:lvl3pPr>
            <a:lvl4pPr marL="2587293" indent="0">
              <a:buNone/>
              <a:defRPr sz="3017" b="1"/>
            </a:lvl4pPr>
            <a:lvl5pPr marL="3449727" indent="0">
              <a:buNone/>
              <a:defRPr sz="3017" b="1"/>
            </a:lvl5pPr>
            <a:lvl6pPr marL="4312158" indent="0">
              <a:buNone/>
              <a:defRPr sz="3017" b="1"/>
            </a:lvl6pPr>
            <a:lvl7pPr marL="5174589" indent="0">
              <a:buNone/>
              <a:defRPr sz="3017" b="1"/>
            </a:lvl7pPr>
            <a:lvl8pPr marL="6037020" indent="0">
              <a:buNone/>
              <a:defRPr sz="3017" b="1"/>
            </a:lvl8pPr>
            <a:lvl9pPr marL="6899452" indent="0">
              <a:buNone/>
              <a:defRPr sz="3017" b="1"/>
            </a:lvl9pPr>
          </a:lstStyle>
          <a:p>
            <a:pPr lvl="0"/>
            <a:r>
              <a:rPr lang="en-US"/>
              <a:t>Click to edit Master text styles</a:t>
            </a:r>
          </a:p>
        </p:txBody>
      </p:sp>
      <p:sp>
        <p:nvSpPr>
          <p:cNvPr id="6" name="Content Placeholder 5"/>
          <p:cNvSpPr>
            <a:spLocks noGrp="1"/>
          </p:cNvSpPr>
          <p:nvPr>
            <p:ph sz="quarter" idx="4"/>
          </p:nvPr>
        </p:nvSpPr>
        <p:spPr>
          <a:xfrm>
            <a:off x="3492642" y="2979880"/>
            <a:ext cx="3039050" cy="5413814"/>
          </a:xfrm>
        </p:spPr>
        <p:txBody>
          <a:bodyPr/>
          <a:lstStyle>
            <a:lvl1pPr>
              <a:defRPr sz="4527"/>
            </a:lvl1pPr>
            <a:lvl2pPr>
              <a:defRPr sz="3773"/>
            </a:lvl2pPr>
            <a:lvl3pPr>
              <a:defRPr sz="3397"/>
            </a:lvl3pPr>
            <a:lvl4pPr>
              <a:defRPr sz="3017"/>
            </a:lvl4pPr>
            <a:lvl5pPr>
              <a:defRPr sz="3017"/>
            </a:lvl5pPr>
            <a:lvl6pPr>
              <a:defRPr sz="3017"/>
            </a:lvl6pPr>
            <a:lvl7pPr>
              <a:defRPr sz="3017"/>
            </a:lvl7pPr>
            <a:lvl8pPr>
              <a:defRPr sz="3017"/>
            </a:lvl8pPr>
            <a:lvl9pPr>
              <a:defRPr sz="301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262C887-8C82-4CDB-B1DE-4DBA59515EC6}" type="datetime1">
              <a:rPr lang="en-US" smtClean="0"/>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33C4A17-CF3F-48B1-A5D0-DE005BB3DD9B}" type="datetime1">
              <a:rPr lang="en-US" smtClean="0"/>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71680B-70F7-4E23-A942-C0560352968A}" type="datetime1">
              <a:rPr lang="en-US" smtClean="0"/>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3775" y="374117"/>
            <a:ext cx="2261980" cy="1592170"/>
          </a:xfrm>
        </p:spPr>
        <p:txBody>
          <a:bodyPr anchor="b"/>
          <a:lstStyle>
            <a:lvl1pPr algn="l">
              <a:defRPr sz="3773" b="1"/>
            </a:lvl1pPr>
          </a:lstStyle>
          <a:p>
            <a:r>
              <a:rPr lang="en-US"/>
              <a:t>Click to edit Master title style</a:t>
            </a:r>
          </a:p>
        </p:txBody>
      </p:sp>
      <p:sp>
        <p:nvSpPr>
          <p:cNvPr id="3" name="Content Placeholder 2"/>
          <p:cNvSpPr>
            <a:spLocks noGrp="1"/>
          </p:cNvSpPr>
          <p:nvPr>
            <p:ph idx="1"/>
          </p:nvPr>
        </p:nvSpPr>
        <p:spPr>
          <a:xfrm>
            <a:off x="2688116" y="374120"/>
            <a:ext cx="3843575" cy="8019578"/>
          </a:xfrm>
        </p:spPr>
        <p:txBody>
          <a:bodyPr/>
          <a:lstStyle>
            <a:lvl1pPr>
              <a:defRPr sz="6036"/>
            </a:lvl1pPr>
            <a:lvl2pPr>
              <a:defRPr sz="5282"/>
            </a:lvl2pPr>
            <a:lvl3pPr>
              <a:defRPr sz="4527"/>
            </a:lvl3pPr>
            <a:lvl4pPr>
              <a:defRPr sz="3773"/>
            </a:lvl4pPr>
            <a:lvl5pPr>
              <a:defRPr sz="3773"/>
            </a:lvl5pPr>
            <a:lvl6pPr>
              <a:defRPr sz="3773"/>
            </a:lvl6pPr>
            <a:lvl7pPr>
              <a:defRPr sz="3773"/>
            </a:lvl7pPr>
            <a:lvl8pPr>
              <a:defRPr sz="3773"/>
            </a:lvl8pPr>
            <a:lvl9pPr>
              <a:defRPr sz="377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3775" y="1966290"/>
            <a:ext cx="2261980" cy="6427409"/>
          </a:xfrm>
        </p:spPr>
        <p:txBody>
          <a:bodyPr/>
          <a:lstStyle>
            <a:lvl1pPr marL="0" indent="0">
              <a:buNone/>
              <a:defRPr sz="2643"/>
            </a:lvl1pPr>
            <a:lvl2pPr marL="862431" indent="0">
              <a:buNone/>
              <a:defRPr sz="2263"/>
            </a:lvl2pPr>
            <a:lvl3pPr marL="1724862" indent="0">
              <a:buNone/>
              <a:defRPr sz="1889"/>
            </a:lvl3pPr>
            <a:lvl4pPr marL="2587293" indent="0">
              <a:buNone/>
              <a:defRPr sz="1698"/>
            </a:lvl4pPr>
            <a:lvl5pPr marL="3449727" indent="0">
              <a:buNone/>
              <a:defRPr sz="1698"/>
            </a:lvl5pPr>
            <a:lvl6pPr marL="4312158" indent="0">
              <a:buNone/>
              <a:defRPr sz="1698"/>
            </a:lvl6pPr>
            <a:lvl7pPr marL="5174589" indent="0">
              <a:buNone/>
              <a:defRPr sz="1698"/>
            </a:lvl7pPr>
            <a:lvl8pPr marL="6037020" indent="0">
              <a:buNone/>
              <a:defRPr sz="1698"/>
            </a:lvl8pPr>
            <a:lvl9pPr marL="6899452" indent="0">
              <a:buNone/>
              <a:defRPr sz="1698"/>
            </a:lvl9pPr>
          </a:lstStyle>
          <a:p>
            <a:pPr lvl="0"/>
            <a:r>
              <a:rPr lang="en-US"/>
              <a:t>Click to edit Master text styles</a:t>
            </a:r>
          </a:p>
        </p:txBody>
      </p:sp>
      <p:sp>
        <p:nvSpPr>
          <p:cNvPr id="5" name="Date Placeholder 4"/>
          <p:cNvSpPr>
            <a:spLocks noGrp="1"/>
          </p:cNvSpPr>
          <p:nvPr>
            <p:ph type="dt" sz="half" idx="10"/>
          </p:nvPr>
        </p:nvSpPr>
        <p:spPr/>
        <p:txBody>
          <a:bodyPr/>
          <a:lstStyle/>
          <a:p>
            <a:fld id="{DF27D250-A80F-4FE3-A770-D9506A6A7263}" type="datetime1">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7640" y="6577490"/>
            <a:ext cx="4125278" cy="776509"/>
          </a:xfrm>
        </p:spPr>
        <p:txBody>
          <a:bodyPr anchor="b"/>
          <a:lstStyle>
            <a:lvl1pPr algn="l">
              <a:defRPr sz="3773" b="1"/>
            </a:lvl1pPr>
          </a:lstStyle>
          <a:p>
            <a:r>
              <a:rPr lang="en-US"/>
              <a:t>Click to edit Master title style</a:t>
            </a:r>
          </a:p>
        </p:txBody>
      </p:sp>
      <p:sp>
        <p:nvSpPr>
          <p:cNvPr id="3" name="Picture Placeholder 2"/>
          <p:cNvSpPr>
            <a:spLocks noGrp="1"/>
          </p:cNvSpPr>
          <p:nvPr>
            <p:ph type="pic" idx="1"/>
          </p:nvPr>
        </p:nvSpPr>
        <p:spPr>
          <a:xfrm>
            <a:off x="1347640" y="839589"/>
            <a:ext cx="4125278" cy="5637848"/>
          </a:xfrm>
        </p:spPr>
        <p:txBody>
          <a:bodyPr/>
          <a:lstStyle>
            <a:lvl1pPr marL="0" indent="0">
              <a:buNone/>
              <a:defRPr sz="6036"/>
            </a:lvl1pPr>
            <a:lvl2pPr marL="862431" indent="0">
              <a:buNone/>
              <a:defRPr sz="5282"/>
            </a:lvl2pPr>
            <a:lvl3pPr marL="1724862" indent="0">
              <a:buNone/>
              <a:defRPr sz="4527"/>
            </a:lvl3pPr>
            <a:lvl4pPr marL="2587293" indent="0">
              <a:buNone/>
              <a:defRPr sz="3773"/>
            </a:lvl4pPr>
            <a:lvl5pPr marL="3449727" indent="0">
              <a:buNone/>
              <a:defRPr sz="3773"/>
            </a:lvl5pPr>
            <a:lvl6pPr marL="4312158" indent="0">
              <a:buNone/>
              <a:defRPr sz="3773"/>
            </a:lvl6pPr>
            <a:lvl7pPr marL="5174589" indent="0">
              <a:buNone/>
              <a:defRPr sz="3773"/>
            </a:lvl7pPr>
            <a:lvl8pPr marL="6037020" indent="0">
              <a:buNone/>
              <a:defRPr sz="3773"/>
            </a:lvl8pPr>
            <a:lvl9pPr marL="6899452" indent="0">
              <a:buNone/>
              <a:defRPr sz="3773"/>
            </a:lvl9pPr>
          </a:lstStyle>
          <a:p>
            <a:endParaRPr lang="en-US"/>
          </a:p>
        </p:txBody>
      </p:sp>
      <p:sp>
        <p:nvSpPr>
          <p:cNvPr id="4" name="Text Placeholder 3"/>
          <p:cNvSpPr>
            <a:spLocks noGrp="1"/>
          </p:cNvSpPr>
          <p:nvPr>
            <p:ph type="body" sz="half" idx="2"/>
          </p:nvPr>
        </p:nvSpPr>
        <p:spPr>
          <a:xfrm>
            <a:off x="1347640" y="7354000"/>
            <a:ext cx="4125278" cy="1102773"/>
          </a:xfrm>
        </p:spPr>
        <p:txBody>
          <a:bodyPr/>
          <a:lstStyle>
            <a:lvl1pPr marL="0" indent="0">
              <a:buNone/>
              <a:defRPr sz="2643"/>
            </a:lvl1pPr>
            <a:lvl2pPr marL="862431" indent="0">
              <a:buNone/>
              <a:defRPr sz="2263"/>
            </a:lvl2pPr>
            <a:lvl3pPr marL="1724862" indent="0">
              <a:buNone/>
              <a:defRPr sz="1889"/>
            </a:lvl3pPr>
            <a:lvl4pPr marL="2587293" indent="0">
              <a:buNone/>
              <a:defRPr sz="1698"/>
            </a:lvl4pPr>
            <a:lvl5pPr marL="3449727" indent="0">
              <a:buNone/>
              <a:defRPr sz="1698"/>
            </a:lvl5pPr>
            <a:lvl6pPr marL="4312158" indent="0">
              <a:buNone/>
              <a:defRPr sz="1698"/>
            </a:lvl6pPr>
            <a:lvl7pPr marL="5174589" indent="0">
              <a:buNone/>
              <a:defRPr sz="1698"/>
            </a:lvl7pPr>
            <a:lvl8pPr marL="6037020" indent="0">
              <a:buNone/>
              <a:defRPr sz="1698"/>
            </a:lvl8pPr>
            <a:lvl9pPr marL="6899452" indent="0">
              <a:buNone/>
              <a:defRPr sz="1698"/>
            </a:lvl9pPr>
          </a:lstStyle>
          <a:p>
            <a:pPr lvl="0"/>
            <a:r>
              <a:rPr lang="en-US"/>
              <a:t>Click to edit Master text styles</a:t>
            </a:r>
          </a:p>
        </p:txBody>
      </p:sp>
      <p:sp>
        <p:nvSpPr>
          <p:cNvPr id="5" name="Date Placeholder 4"/>
          <p:cNvSpPr>
            <a:spLocks noGrp="1"/>
          </p:cNvSpPr>
          <p:nvPr>
            <p:ph type="dt" sz="half" idx="10"/>
          </p:nvPr>
        </p:nvSpPr>
        <p:spPr/>
        <p:txBody>
          <a:bodyPr/>
          <a:lstStyle/>
          <a:p>
            <a:fld id="{27E65625-A78A-447C-B2A7-3D3DE024EB83}" type="datetime1">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4490DB6-6380-4295-8280-077C0B473254}" type="datetime1">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84711" y="376297"/>
            <a:ext cx="1546979" cy="801740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3774" y="376297"/>
            <a:ext cx="4526346" cy="80174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AFC229-2C1D-4929-A214-1D2ED5FCD3E6}" type="datetime1">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3774" y="376292"/>
            <a:ext cx="6187917" cy="156606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3774" y="2192500"/>
            <a:ext cx="6187917" cy="62011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3774" y="8709087"/>
            <a:ext cx="1604275" cy="500272"/>
          </a:xfrm>
          <a:prstGeom prst="rect">
            <a:avLst/>
          </a:prstGeom>
        </p:spPr>
        <p:txBody>
          <a:bodyPr vert="horz" lIns="91440" tIns="45720" rIns="91440" bIns="45720" rtlCol="0" anchor="ctr"/>
          <a:lstStyle>
            <a:lvl1pPr algn="l">
              <a:defRPr sz="2263">
                <a:solidFill>
                  <a:schemeClr val="tx1">
                    <a:tint val="75000"/>
                  </a:schemeClr>
                </a:solidFill>
              </a:defRPr>
            </a:lvl1pPr>
          </a:lstStyle>
          <a:p>
            <a:fld id="{FEBF56E7-F231-4120-B9DE-972DB0C0E31C}" type="datetime1">
              <a:rPr lang="en-US" smtClean="0"/>
              <a:t>9/15/2025</a:t>
            </a:fld>
            <a:endParaRPr lang="en-US"/>
          </a:p>
        </p:txBody>
      </p:sp>
      <p:sp>
        <p:nvSpPr>
          <p:cNvPr id="5" name="Footer Placeholder 4"/>
          <p:cNvSpPr>
            <a:spLocks noGrp="1"/>
          </p:cNvSpPr>
          <p:nvPr>
            <p:ph type="ftr" sz="quarter" idx="3"/>
          </p:nvPr>
        </p:nvSpPr>
        <p:spPr>
          <a:xfrm>
            <a:off x="2349117" y="8709087"/>
            <a:ext cx="2177230" cy="500272"/>
          </a:xfrm>
          <a:prstGeom prst="rect">
            <a:avLst/>
          </a:prstGeom>
        </p:spPr>
        <p:txBody>
          <a:bodyPr vert="horz" lIns="91440" tIns="45720" rIns="91440" bIns="45720" rtlCol="0" anchor="ctr"/>
          <a:lstStyle>
            <a:lvl1pPr algn="ctr">
              <a:defRPr sz="2263">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27415" y="8709087"/>
            <a:ext cx="1604275" cy="500272"/>
          </a:xfrm>
          <a:prstGeom prst="rect">
            <a:avLst/>
          </a:prstGeom>
        </p:spPr>
        <p:txBody>
          <a:bodyPr vert="horz" lIns="91440" tIns="45720" rIns="91440" bIns="45720" rtlCol="0" anchor="ctr"/>
          <a:lstStyle>
            <a:lvl1pPr algn="r">
              <a:defRPr sz="2263">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862431" rtl="0" eaLnBrk="1" latinLnBrk="0" hangingPunct="1">
        <a:spcBef>
          <a:spcPct val="0"/>
        </a:spcBef>
        <a:buNone/>
        <a:defRPr sz="8299" kern="1200">
          <a:solidFill>
            <a:schemeClr val="tx1"/>
          </a:solidFill>
          <a:latin typeface="+mj-lt"/>
          <a:ea typeface="+mj-ea"/>
          <a:cs typeface="+mj-cs"/>
        </a:defRPr>
      </a:lvl1pPr>
    </p:titleStyle>
    <p:bodyStyle>
      <a:lvl1pPr marL="646824" indent="-646824" algn="l" defTabSz="862431" rtl="0" eaLnBrk="1" latinLnBrk="0" hangingPunct="1">
        <a:spcBef>
          <a:spcPct val="20000"/>
        </a:spcBef>
        <a:buFont typeface="Arial"/>
        <a:buChar char="•"/>
        <a:defRPr sz="6036" kern="1200">
          <a:solidFill>
            <a:schemeClr val="tx1"/>
          </a:solidFill>
          <a:latin typeface="+mn-lt"/>
          <a:ea typeface="+mn-ea"/>
          <a:cs typeface="+mn-cs"/>
        </a:defRPr>
      </a:lvl1pPr>
      <a:lvl2pPr marL="1401450" indent="-539019" algn="l" defTabSz="862431" rtl="0" eaLnBrk="1" latinLnBrk="0" hangingPunct="1">
        <a:spcBef>
          <a:spcPct val="20000"/>
        </a:spcBef>
        <a:buFont typeface="Arial"/>
        <a:buChar char="–"/>
        <a:defRPr sz="5282" kern="1200">
          <a:solidFill>
            <a:schemeClr val="tx1"/>
          </a:solidFill>
          <a:latin typeface="+mn-lt"/>
          <a:ea typeface="+mn-ea"/>
          <a:cs typeface="+mn-cs"/>
        </a:defRPr>
      </a:lvl2pPr>
      <a:lvl3pPr marL="2156079" indent="-431217" algn="l" defTabSz="862431" rtl="0" eaLnBrk="1" latinLnBrk="0" hangingPunct="1">
        <a:spcBef>
          <a:spcPct val="20000"/>
        </a:spcBef>
        <a:buFont typeface="Arial"/>
        <a:buChar char="•"/>
        <a:defRPr sz="4527" kern="1200">
          <a:solidFill>
            <a:schemeClr val="tx1"/>
          </a:solidFill>
          <a:latin typeface="+mn-lt"/>
          <a:ea typeface="+mn-ea"/>
          <a:cs typeface="+mn-cs"/>
        </a:defRPr>
      </a:lvl3pPr>
      <a:lvl4pPr marL="3018512" indent="-431217" algn="l" defTabSz="862431" rtl="0" eaLnBrk="1" latinLnBrk="0" hangingPunct="1">
        <a:spcBef>
          <a:spcPct val="20000"/>
        </a:spcBef>
        <a:buFont typeface="Arial"/>
        <a:buChar char="–"/>
        <a:defRPr sz="3773" kern="1200">
          <a:solidFill>
            <a:schemeClr val="tx1"/>
          </a:solidFill>
          <a:latin typeface="+mn-lt"/>
          <a:ea typeface="+mn-ea"/>
          <a:cs typeface="+mn-cs"/>
        </a:defRPr>
      </a:lvl4pPr>
      <a:lvl5pPr marL="3880943" indent="-431217" algn="l" defTabSz="862431" rtl="0" eaLnBrk="1" latinLnBrk="0" hangingPunct="1">
        <a:spcBef>
          <a:spcPct val="20000"/>
        </a:spcBef>
        <a:buFont typeface="Arial"/>
        <a:buChar char="»"/>
        <a:defRPr sz="3773" kern="1200">
          <a:solidFill>
            <a:schemeClr val="tx1"/>
          </a:solidFill>
          <a:latin typeface="+mn-lt"/>
          <a:ea typeface="+mn-ea"/>
          <a:cs typeface="+mn-cs"/>
        </a:defRPr>
      </a:lvl5pPr>
      <a:lvl6pPr marL="4743375" indent="-431217" algn="l" defTabSz="862431" rtl="0" eaLnBrk="1" latinLnBrk="0" hangingPunct="1">
        <a:spcBef>
          <a:spcPct val="20000"/>
        </a:spcBef>
        <a:buFont typeface="Arial"/>
        <a:buChar char="•"/>
        <a:defRPr sz="3773" kern="1200">
          <a:solidFill>
            <a:schemeClr val="tx1"/>
          </a:solidFill>
          <a:latin typeface="+mn-lt"/>
          <a:ea typeface="+mn-ea"/>
          <a:cs typeface="+mn-cs"/>
        </a:defRPr>
      </a:lvl6pPr>
      <a:lvl7pPr marL="5605805" indent="-431217" algn="l" defTabSz="862431" rtl="0" eaLnBrk="1" latinLnBrk="0" hangingPunct="1">
        <a:spcBef>
          <a:spcPct val="20000"/>
        </a:spcBef>
        <a:buFont typeface="Arial"/>
        <a:buChar char="•"/>
        <a:defRPr sz="3773" kern="1200">
          <a:solidFill>
            <a:schemeClr val="tx1"/>
          </a:solidFill>
          <a:latin typeface="+mn-lt"/>
          <a:ea typeface="+mn-ea"/>
          <a:cs typeface="+mn-cs"/>
        </a:defRPr>
      </a:lvl7pPr>
      <a:lvl8pPr marL="6468237" indent="-431217" algn="l" defTabSz="862431" rtl="0" eaLnBrk="1" latinLnBrk="0" hangingPunct="1">
        <a:spcBef>
          <a:spcPct val="20000"/>
        </a:spcBef>
        <a:buFont typeface="Arial"/>
        <a:buChar char="•"/>
        <a:defRPr sz="3773" kern="1200">
          <a:solidFill>
            <a:schemeClr val="tx1"/>
          </a:solidFill>
          <a:latin typeface="+mn-lt"/>
          <a:ea typeface="+mn-ea"/>
          <a:cs typeface="+mn-cs"/>
        </a:defRPr>
      </a:lvl8pPr>
      <a:lvl9pPr marL="7330668" indent="-431217" algn="l" defTabSz="862431" rtl="0" eaLnBrk="1" latinLnBrk="0" hangingPunct="1">
        <a:spcBef>
          <a:spcPct val="20000"/>
        </a:spcBef>
        <a:buFont typeface="Arial"/>
        <a:buChar char="•"/>
        <a:defRPr sz="3773" kern="1200">
          <a:solidFill>
            <a:schemeClr val="tx1"/>
          </a:solidFill>
          <a:latin typeface="+mn-lt"/>
          <a:ea typeface="+mn-ea"/>
          <a:cs typeface="+mn-cs"/>
        </a:defRPr>
      </a:lvl9pPr>
    </p:bodyStyle>
    <p:otherStyle>
      <a:defPPr>
        <a:defRPr lang="en-US"/>
      </a:defPPr>
      <a:lvl1pPr marL="0" algn="l" defTabSz="862431" rtl="0" eaLnBrk="1" latinLnBrk="0" hangingPunct="1">
        <a:defRPr sz="3397" kern="1200">
          <a:solidFill>
            <a:schemeClr val="tx1"/>
          </a:solidFill>
          <a:latin typeface="+mn-lt"/>
          <a:ea typeface="+mn-ea"/>
          <a:cs typeface="+mn-cs"/>
        </a:defRPr>
      </a:lvl1pPr>
      <a:lvl2pPr marL="862431" algn="l" defTabSz="862431" rtl="0" eaLnBrk="1" latinLnBrk="0" hangingPunct="1">
        <a:defRPr sz="3397" kern="1200">
          <a:solidFill>
            <a:schemeClr val="tx1"/>
          </a:solidFill>
          <a:latin typeface="+mn-lt"/>
          <a:ea typeface="+mn-ea"/>
          <a:cs typeface="+mn-cs"/>
        </a:defRPr>
      </a:lvl2pPr>
      <a:lvl3pPr marL="1724862" algn="l" defTabSz="862431" rtl="0" eaLnBrk="1" latinLnBrk="0" hangingPunct="1">
        <a:defRPr sz="3397" kern="1200">
          <a:solidFill>
            <a:schemeClr val="tx1"/>
          </a:solidFill>
          <a:latin typeface="+mn-lt"/>
          <a:ea typeface="+mn-ea"/>
          <a:cs typeface="+mn-cs"/>
        </a:defRPr>
      </a:lvl3pPr>
      <a:lvl4pPr marL="2587293" algn="l" defTabSz="862431" rtl="0" eaLnBrk="1" latinLnBrk="0" hangingPunct="1">
        <a:defRPr sz="3397" kern="1200">
          <a:solidFill>
            <a:schemeClr val="tx1"/>
          </a:solidFill>
          <a:latin typeface="+mn-lt"/>
          <a:ea typeface="+mn-ea"/>
          <a:cs typeface="+mn-cs"/>
        </a:defRPr>
      </a:lvl4pPr>
      <a:lvl5pPr marL="3449727" algn="l" defTabSz="862431" rtl="0" eaLnBrk="1" latinLnBrk="0" hangingPunct="1">
        <a:defRPr sz="3397" kern="1200">
          <a:solidFill>
            <a:schemeClr val="tx1"/>
          </a:solidFill>
          <a:latin typeface="+mn-lt"/>
          <a:ea typeface="+mn-ea"/>
          <a:cs typeface="+mn-cs"/>
        </a:defRPr>
      </a:lvl5pPr>
      <a:lvl6pPr marL="4312158" algn="l" defTabSz="862431" rtl="0" eaLnBrk="1" latinLnBrk="0" hangingPunct="1">
        <a:defRPr sz="3397" kern="1200">
          <a:solidFill>
            <a:schemeClr val="tx1"/>
          </a:solidFill>
          <a:latin typeface="+mn-lt"/>
          <a:ea typeface="+mn-ea"/>
          <a:cs typeface="+mn-cs"/>
        </a:defRPr>
      </a:lvl6pPr>
      <a:lvl7pPr marL="5174589" algn="l" defTabSz="862431" rtl="0" eaLnBrk="1" latinLnBrk="0" hangingPunct="1">
        <a:defRPr sz="3397" kern="1200">
          <a:solidFill>
            <a:schemeClr val="tx1"/>
          </a:solidFill>
          <a:latin typeface="+mn-lt"/>
          <a:ea typeface="+mn-ea"/>
          <a:cs typeface="+mn-cs"/>
        </a:defRPr>
      </a:lvl7pPr>
      <a:lvl8pPr marL="6037020" algn="l" defTabSz="862431" rtl="0" eaLnBrk="1" latinLnBrk="0" hangingPunct="1">
        <a:defRPr sz="3397" kern="1200">
          <a:solidFill>
            <a:schemeClr val="tx1"/>
          </a:solidFill>
          <a:latin typeface="+mn-lt"/>
          <a:ea typeface="+mn-ea"/>
          <a:cs typeface="+mn-cs"/>
        </a:defRPr>
      </a:lvl8pPr>
      <a:lvl9pPr marL="6899452" algn="l" defTabSz="862431" rtl="0" eaLnBrk="1" latinLnBrk="0" hangingPunct="1">
        <a:defRPr sz="339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 name="Table 8">
            <a:extLst>
              <a:ext uri="{FF2B5EF4-FFF2-40B4-BE49-F238E27FC236}">
                <a16:creationId xmlns:a16="http://schemas.microsoft.com/office/drawing/2014/main" id="{F5958500-044C-5586-B6A6-D852F137F20A}"/>
              </a:ext>
              <a:ext uri="{C183D7F6-B498-43B3-948B-1728B52AA6E4}">
                <adec:decorative xmlns:adec="http://schemas.microsoft.com/office/drawing/2017/decorative" val="0"/>
              </a:ext>
            </a:extLst>
          </p:cNvPr>
          <p:cNvGraphicFramePr>
            <a:graphicFrameLocks noGrp="1"/>
          </p:cNvGraphicFramePr>
          <p:nvPr>
            <p:extLst>
              <p:ext uri="{D42A27DB-BD31-4B8C-83A1-F6EECF244321}">
                <p14:modId xmlns:p14="http://schemas.microsoft.com/office/powerpoint/2010/main" val="2801030044"/>
              </p:ext>
            </p:extLst>
          </p:nvPr>
        </p:nvGraphicFramePr>
        <p:xfrm>
          <a:off x="0" y="25093"/>
          <a:ext cx="6858000" cy="7634722"/>
        </p:xfrm>
        <a:graphic>
          <a:graphicData uri="http://schemas.openxmlformats.org/drawingml/2006/table">
            <a:tbl>
              <a:tblPr firstRow="1" bandRow="1">
                <a:tableStyleId>{5C22544A-7EE6-4342-B048-85BDC9FD1C3A}</a:tableStyleId>
              </a:tblPr>
              <a:tblGrid>
                <a:gridCol w="504252">
                  <a:extLst>
                    <a:ext uri="{9D8B030D-6E8A-4147-A177-3AD203B41FA5}">
                      <a16:colId xmlns:a16="http://schemas.microsoft.com/office/drawing/2014/main" val="4259470647"/>
                    </a:ext>
                  </a:extLst>
                </a:gridCol>
                <a:gridCol w="731915">
                  <a:extLst>
                    <a:ext uri="{9D8B030D-6E8A-4147-A177-3AD203B41FA5}">
                      <a16:colId xmlns:a16="http://schemas.microsoft.com/office/drawing/2014/main" val="3357401299"/>
                    </a:ext>
                  </a:extLst>
                </a:gridCol>
                <a:gridCol w="1928351">
                  <a:extLst>
                    <a:ext uri="{9D8B030D-6E8A-4147-A177-3AD203B41FA5}">
                      <a16:colId xmlns:a16="http://schemas.microsoft.com/office/drawing/2014/main" val="2604762144"/>
                    </a:ext>
                  </a:extLst>
                </a:gridCol>
                <a:gridCol w="2253304">
                  <a:extLst>
                    <a:ext uri="{9D8B030D-6E8A-4147-A177-3AD203B41FA5}">
                      <a16:colId xmlns:a16="http://schemas.microsoft.com/office/drawing/2014/main" val="103914620"/>
                    </a:ext>
                  </a:extLst>
                </a:gridCol>
                <a:gridCol w="1440178">
                  <a:extLst>
                    <a:ext uri="{9D8B030D-6E8A-4147-A177-3AD203B41FA5}">
                      <a16:colId xmlns:a16="http://schemas.microsoft.com/office/drawing/2014/main" val="1551525943"/>
                    </a:ext>
                  </a:extLst>
                </a:gridCol>
              </a:tblGrid>
              <a:tr h="268725">
                <a:tc gridSpan="5">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vi-VN" sz="1000" b="1" dirty="0">
                          <a:solidFill>
                            <a:schemeClr val="bg1"/>
                          </a:solidFill>
                          <a:latin typeface="+mj-lt"/>
                        </a:rPr>
                        <a:t>QUY TRÌNH QUẢN LÝ THỰC HIỆN ĐỀ TÀI CẤP NHÀ NƯỚC, </a:t>
                      </a:r>
                      <a:r>
                        <a:rPr lang="vi-VN" sz="1000" b="1" kern="1200" dirty="0">
                          <a:solidFill>
                            <a:schemeClr val="bg1"/>
                          </a:solidFill>
                          <a:latin typeface="+mj-lt"/>
                          <a:ea typeface="+mn-ea"/>
                          <a:cs typeface="+mn-cs"/>
                        </a:rPr>
                        <a:t>BỘ</a:t>
                      </a:r>
                      <a:r>
                        <a:rPr lang="en-US" sz="1000" b="1" kern="1200" dirty="0">
                          <a:solidFill>
                            <a:schemeClr val="bg1"/>
                          </a:solidFill>
                          <a:latin typeface="+mn-lt"/>
                          <a:ea typeface="+mn-ea"/>
                          <a:cs typeface="+mn-cs"/>
                        </a:rPr>
                        <a:t>, </a:t>
                      </a:r>
                      <a:r>
                        <a:rPr lang="vi-VN" sz="1000" b="1" dirty="0">
                          <a:solidFill>
                            <a:schemeClr val="bg1"/>
                          </a:solidFill>
                          <a:latin typeface="+mj-lt"/>
                        </a:rPr>
                        <a:t>CẤP TỈNH/ </a:t>
                      </a:r>
                      <a:r>
                        <a:rPr lang="en-US" sz="1000" b="1" kern="1200" dirty="0">
                          <a:solidFill>
                            <a:schemeClr val="bg1"/>
                          </a:solidFill>
                          <a:latin typeface="Times New Roman" panose="02020603050405020304" pitchFamily="18" charset="0"/>
                          <a:ea typeface="+mn-ea"/>
                          <a:cs typeface="Times New Roman" panose="02020603050405020304" pitchFamily="18" charset="0"/>
                        </a:rPr>
                        <a:t>THÀNH PHỐ</a:t>
                      </a:r>
                      <a:r>
                        <a:rPr lang="en-US" sz="1000" b="1" dirty="0">
                          <a:solidFill>
                            <a:schemeClr val="bg1"/>
                          </a:solidFill>
                          <a:latin typeface="+mj-lt"/>
                        </a:rPr>
                        <a:t>,</a:t>
                      </a:r>
                      <a:r>
                        <a:rPr lang="vi-VN" sz="1000" b="1" dirty="0">
                          <a:solidFill>
                            <a:schemeClr val="bg1"/>
                          </a:solidFill>
                          <a:latin typeface="+mj-lt"/>
                        </a:rPr>
                        <a:t> CÁC QUỸ</a:t>
                      </a:r>
                      <a:r>
                        <a:rPr lang="en-US" sz="1000" b="1" dirty="0">
                          <a:solidFill>
                            <a:schemeClr val="bg1"/>
                          </a:solidFill>
                          <a:latin typeface="+mj-lt"/>
                        </a:rPr>
                        <a:t>  </a:t>
                      </a:r>
                      <a:endParaRPr lang="vi-VN" sz="1000" b="1" dirty="0">
                        <a:solidFill>
                          <a:schemeClr val="bg1"/>
                        </a:solidFill>
                        <a:latin typeface="+mj-lt"/>
                      </a:endParaRPr>
                    </a:p>
                  </a:txBody>
                  <a:tcPr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A20000"/>
                    </a:solidFill>
                  </a:tcPr>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sz="750">
                        <a:solidFill>
                          <a:schemeClr val="bg1"/>
                        </a:solidFill>
                        <a:latin typeface="+mj-lt"/>
                      </a:endParaRPr>
                    </a:p>
                  </a:txBody>
                  <a:tcP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A20000"/>
                    </a:solidFill>
                  </a:tcPr>
                </a:tc>
                <a:extLst>
                  <a:ext uri="{0D108BD9-81ED-4DB2-BD59-A6C34878D82A}">
                    <a16:rowId xmlns:a16="http://schemas.microsoft.com/office/drawing/2014/main" val="2474944431"/>
                  </a:ext>
                </a:extLst>
              </a:tr>
              <a:tr h="226736">
                <a:tc>
                  <a:txBody>
                    <a:bodyPr/>
                    <a:lstStyle/>
                    <a:p>
                      <a:pPr algn="ctr"/>
                      <a:r>
                        <a:rPr lang="vi-VN" sz="750" b="1" dirty="0">
                          <a:solidFill>
                            <a:schemeClr val="bg1"/>
                          </a:solidFill>
                          <a:latin typeface="+mj-lt"/>
                        </a:rPr>
                        <a:t>Bước</a:t>
                      </a:r>
                    </a:p>
                  </a:txBody>
                  <a:tcPr anchor="ctr">
                    <a:lnR w="6350" cap="flat" cmpd="sng" algn="ctr">
                      <a:solidFill>
                        <a:srgbClr val="A2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A20000"/>
                    </a:solidFill>
                  </a:tcPr>
                </a:tc>
                <a:tc>
                  <a:txBody>
                    <a:bodyPr/>
                    <a:lstStyle/>
                    <a:p>
                      <a:pPr algn="ctr"/>
                      <a:r>
                        <a:rPr lang="vi-VN" sz="750" b="1" dirty="0">
                          <a:solidFill>
                            <a:schemeClr val="bg1"/>
                          </a:solidFill>
                          <a:latin typeface="+mj-lt"/>
                        </a:rPr>
                        <a:t>Trách nhiệm</a:t>
                      </a:r>
                    </a:p>
                  </a:txBody>
                  <a:tcPr anchor="ctr">
                    <a:lnL w="6350" cap="flat" cmpd="sng" algn="ctr">
                      <a:solidFill>
                        <a:srgbClr val="A20000"/>
                      </a:solidFill>
                      <a:prstDash val="solid"/>
                      <a:round/>
                      <a:headEnd type="none" w="med" len="med"/>
                      <a:tailEnd type="none" w="med" len="med"/>
                    </a:lnL>
                    <a:lnR w="6350" cap="flat" cmpd="sng" algn="ctr">
                      <a:solidFill>
                        <a:srgbClr val="A2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A20000"/>
                    </a:solidFill>
                  </a:tcPr>
                </a:tc>
                <a:tc>
                  <a:txBody>
                    <a:bodyPr/>
                    <a:lstStyle/>
                    <a:p>
                      <a:pPr algn="ctr"/>
                      <a:r>
                        <a:rPr lang="vi-VN" sz="750" b="1" dirty="0">
                          <a:solidFill>
                            <a:schemeClr val="bg1"/>
                          </a:solidFill>
                          <a:latin typeface="+mj-lt"/>
                        </a:rPr>
                        <a:t>Nội dung</a:t>
                      </a:r>
                    </a:p>
                  </a:txBody>
                  <a:tcPr anchor="ctr">
                    <a:lnL w="6350" cap="flat" cmpd="sng" algn="ctr">
                      <a:solidFill>
                        <a:srgbClr val="A20000"/>
                      </a:solidFill>
                      <a:prstDash val="solid"/>
                      <a:round/>
                      <a:headEnd type="none" w="med" len="med"/>
                      <a:tailEnd type="none" w="med" len="med"/>
                    </a:lnL>
                    <a:lnR w="6350" cap="flat" cmpd="sng" algn="ctr">
                      <a:solidFill>
                        <a:srgbClr val="A2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A20000"/>
                    </a:solidFill>
                  </a:tcPr>
                </a:tc>
                <a:tc>
                  <a:txBody>
                    <a:bodyPr/>
                    <a:lstStyle/>
                    <a:p>
                      <a:pPr algn="ctr"/>
                      <a:r>
                        <a:rPr lang="vi-VN" sz="750" b="1">
                          <a:solidFill>
                            <a:schemeClr val="bg1"/>
                          </a:solidFill>
                          <a:latin typeface="+mj-lt"/>
                        </a:rPr>
                        <a:t>Mô tả</a:t>
                      </a:r>
                    </a:p>
                  </a:txBody>
                  <a:tcPr anchor="ctr">
                    <a:lnL w="6350" cap="flat" cmpd="sng" algn="ctr">
                      <a:solidFill>
                        <a:srgbClr val="A20000"/>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A2000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vi-VN" sz="750" b="1">
                          <a:solidFill>
                            <a:schemeClr val="bg1"/>
                          </a:solidFill>
                          <a:latin typeface="+mj-lt"/>
                        </a:rPr>
                        <a:t>Hồ sơ/Biểu mẫu</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A20000"/>
                    </a:solidFill>
                  </a:tcPr>
                </a:tc>
                <a:extLst>
                  <a:ext uri="{0D108BD9-81ED-4DB2-BD59-A6C34878D82A}">
                    <a16:rowId xmlns:a16="http://schemas.microsoft.com/office/drawing/2014/main" val="2038843811"/>
                  </a:ext>
                </a:extLst>
              </a:tr>
              <a:tr h="1064027">
                <a:tc>
                  <a:txBody>
                    <a:bodyPr/>
                    <a:lstStyle/>
                    <a:p>
                      <a:pPr algn="ctr"/>
                      <a:r>
                        <a:rPr lang="vi-VN" sz="750" b="1" dirty="0">
                          <a:solidFill>
                            <a:schemeClr val="bg1"/>
                          </a:solidFill>
                          <a:latin typeface="+mj-lt"/>
                        </a:rPr>
                        <a:t>01</a:t>
                      </a:r>
                    </a:p>
                  </a:txBody>
                  <a:tcPr anchor="ctr">
                    <a:lnR w="6350" cap="flat" cmpd="sng" algn="ctr">
                      <a:solidFill>
                        <a:srgbClr val="A2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rgbClr val="A20000"/>
                    </a:solidFill>
                  </a:tcPr>
                </a:tc>
                <a:tc>
                  <a:txBody>
                    <a:bodyPr/>
                    <a:lstStyle/>
                    <a:p>
                      <a:pPr algn="ctr"/>
                      <a:r>
                        <a:rPr lang="en-US" sz="750" dirty="0">
                          <a:solidFill>
                            <a:schemeClr val="tx1"/>
                          </a:solidFill>
                          <a:latin typeface="Times New Roman" panose="02020603050405020304" pitchFamily="18" charset="0"/>
                          <a:cs typeface="Times New Roman" panose="02020603050405020304" pitchFamily="18" charset="0"/>
                        </a:rPr>
                        <a:t>P.KHCN</a:t>
                      </a:r>
                    </a:p>
                    <a:p>
                      <a:pPr algn="ctr"/>
                      <a:r>
                        <a:rPr lang="en-US" sz="750" dirty="0">
                          <a:solidFill>
                            <a:schemeClr val="tx1"/>
                          </a:solidFill>
                          <a:latin typeface="Times New Roman" panose="02020603050405020304" pitchFamily="18" charset="0"/>
                          <a:cs typeface="Times New Roman" panose="02020603050405020304" pitchFamily="18" charset="0"/>
                        </a:rPr>
                        <a:t>CNĐT</a:t>
                      </a:r>
                    </a:p>
                    <a:p>
                      <a:pPr algn="ctr"/>
                      <a:r>
                        <a:rPr lang="en-US" sz="750" dirty="0">
                          <a:solidFill>
                            <a:schemeClr val="tx1"/>
                          </a:solidFill>
                          <a:latin typeface="Times New Roman" panose="02020603050405020304" pitchFamily="18" charset="0"/>
                          <a:cs typeface="Times New Roman" panose="02020603050405020304" pitchFamily="18" charset="0"/>
                        </a:rPr>
                        <a:t>BGH</a:t>
                      </a:r>
                    </a:p>
                    <a:p>
                      <a:pPr marL="0" marR="0" lvl="0" indent="0" algn="ctr" defTabSz="862431" rtl="0" eaLnBrk="1" fontAlgn="auto" latinLnBrk="0" hangingPunct="1">
                        <a:lnSpc>
                          <a:spcPct val="100000"/>
                        </a:lnSpc>
                        <a:spcBef>
                          <a:spcPts val="0"/>
                        </a:spcBef>
                        <a:spcAft>
                          <a:spcPts val="0"/>
                        </a:spcAft>
                        <a:buClrTx/>
                        <a:buSzTx/>
                        <a:buFontTx/>
                        <a:buNone/>
                        <a:tabLst/>
                        <a:defRPr/>
                      </a:pPr>
                      <a:r>
                        <a:rPr lang="en-US" sz="750" dirty="0" err="1">
                          <a:solidFill>
                            <a:schemeClr val="tx1"/>
                          </a:solidFill>
                          <a:latin typeface="Times New Roman" panose="02020603050405020304" pitchFamily="18" charset="0"/>
                          <a:cs typeface="Times New Roman" panose="02020603050405020304" pitchFamily="18" charset="0"/>
                        </a:rPr>
                        <a:t>Cơ</a:t>
                      </a:r>
                      <a:r>
                        <a:rPr lang="en-US" sz="750" dirty="0">
                          <a:solidFill>
                            <a:schemeClr val="tx1"/>
                          </a:solidFill>
                          <a:latin typeface="Times New Roman" panose="02020603050405020304" pitchFamily="18" charset="0"/>
                          <a:cs typeface="Times New Roman" panose="02020603050405020304" pitchFamily="18" charset="0"/>
                        </a:rPr>
                        <a:t> </a:t>
                      </a:r>
                      <a:r>
                        <a:rPr lang="en-US" sz="750" dirty="0" err="1">
                          <a:solidFill>
                            <a:schemeClr val="tx1"/>
                          </a:solidFill>
                          <a:latin typeface="Times New Roman" panose="02020603050405020304" pitchFamily="18" charset="0"/>
                          <a:cs typeface="Times New Roman" panose="02020603050405020304" pitchFamily="18" charset="0"/>
                        </a:rPr>
                        <a:t>quan</a:t>
                      </a:r>
                      <a:r>
                        <a:rPr lang="en-US" sz="750" dirty="0">
                          <a:solidFill>
                            <a:schemeClr val="tx1"/>
                          </a:solidFill>
                          <a:latin typeface="Times New Roman" panose="02020603050405020304" pitchFamily="18" charset="0"/>
                          <a:cs typeface="Times New Roman" panose="02020603050405020304" pitchFamily="18" charset="0"/>
                        </a:rPr>
                        <a:t> </a:t>
                      </a:r>
                      <a:r>
                        <a:rPr lang="en-US" sz="750" dirty="0" err="1">
                          <a:solidFill>
                            <a:schemeClr val="tx1"/>
                          </a:solidFill>
                          <a:latin typeface="Times New Roman" panose="02020603050405020304" pitchFamily="18" charset="0"/>
                          <a:cs typeface="Times New Roman" panose="02020603050405020304" pitchFamily="18" charset="0"/>
                        </a:rPr>
                        <a:t>quản</a:t>
                      </a:r>
                      <a:r>
                        <a:rPr lang="en-US" sz="750" dirty="0">
                          <a:solidFill>
                            <a:schemeClr val="tx1"/>
                          </a:solidFill>
                          <a:latin typeface="Times New Roman" panose="02020603050405020304" pitchFamily="18" charset="0"/>
                          <a:cs typeface="Times New Roman" panose="02020603050405020304" pitchFamily="18" charset="0"/>
                        </a:rPr>
                        <a:t> </a:t>
                      </a:r>
                      <a:r>
                        <a:rPr lang="en-US" sz="750" dirty="0" err="1">
                          <a:solidFill>
                            <a:schemeClr val="tx1"/>
                          </a:solidFill>
                          <a:latin typeface="Times New Roman" panose="02020603050405020304" pitchFamily="18" charset="0"/>
                          <a:cs typeface="Times New Roman" panose="02020603050405020304" pitchFamily="18" charset="0"/>
                        </a:rPr>
                        <a:t>lý</a:t>
                      </a:r>
                      <a:endParaRPr lang="vi-VN" sz="800" dirty="0"/>
                    </a:p>
                  </a:txBody>
                  <a:tcPr anchor="ctr">
                    <a:lnL w="6350" cap="flat" cmpd="sng" algn="ctr">
                      <a:solidFill>
                        <a:srgbClr val="A20000"/>
                      </a:solidFill>
                      <a:prstDash val="solid"/>
                      <a:round/>
                      <a:headEnd type="none" w="med" len="med"/>
                      <a:tailEnd type="none" w="med" len="med"/>
                    </a:lnL>
                    <a:lnR w="6350" cap="flat" cmpd="sng" algn="ctr">
                      <a:solidFill>
                        <a:srgbClr val="A2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tc rowSpan="8">
                  <a:txBody>
                    <a:bodyPr/>
                    <a:lstStyle/>
                    <a:p>
                      <a:endParaRPr lang="vi-VN" sz="750" dirty="0">
                        <a:solidFill>
                          <a:schemeClr val="tx1"/>
                        </a:solidFill>
                        <a:latin typeface="+mj-lt"/>
                      </a:endParaRPr>
                    </a:p>
                  </a:txBody>
                  <a:tcPr anchor="ctr">
                    <a:lnL w="6350" cap="flat" cmpd="sng" algn="ctr">
                      <a:solidFill>
                        <a:srgbClr val="A20000"/>
                      </a:solidFill>
                      <a:prstDash val="solid"/>
                      <a:round/>
                      <a:headEnd type="none" w="med" len="med"/>
                      <a:tailEnd type="none" w="med" len="med"/>
                    </a:lnL>
                    <a:lnR w="12700" cap="flat" cmpd="sng" algn="ctr">
                      <a:solidFill>
                        <a:srgbClr val="A2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9F3FF"/>
                    </a:solidFill>
                  </a:tcPr>
                </a:tc>
                <a:tc>
                  <a:txBody>
                    <a:bodyPr/>
                    <a:lstStyle/>
                    <a:p>
                      <a:pPr marL="0" indent="0">
                        <a:buFontTx/>
                        <a:buNone/>
                      </a:pPr>
                      <a:r>
                        <a:rPr lang="en-US" sz="750" b="0" i="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 P.KHCN </a:t>
                      </a:r>
                      <a:r>
                        <a:rPr lang="vi-VN" sz="750" b="0" i="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nhận được thông báo từ các Bộ hoặc Quỹ. T</a:t>
                      </a:r>
                      <a:r>
                        <a:rPr lang="en-US" sz="750" b="0" i="0" dirty="0" err="1">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riển</a:t>
                      </a:r>
                      <a:r>
                        <a:rPr lang="en-US" sz="750" b="0" i="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 </a:t>
                      </a:r>
                      <a:r>
                        <a:rPr lang="en-US" sz="750" b="0" i="0" dirty="0" err="1">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khai</a:t>
                      </a:r>
                      <a:r>
                        <a:rPr lang="en-US" sz="750" b="0" i="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 t</a:t>
                      </a:r>
                      <a:r>
                        <a:rPr lang="vi-VN" sz="750" b="0" i="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hông báo và các biểu mẫu được gửi đến các khoa, viện và trung tâm</a:t>
                      </a:r>
                      <a:r>
                        <a:rPr lang="en-US" sz="750" b="0" i="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a:t>
                      </a:r>
                    </a:p>
                    <a:p>
                      <a:pPr marL="0" indent="0">
                        <a:buFontTx/>
                        <a:buNone/>
                      </a:pPr>
                      <a:r>
                        <a:rPr lang="en-US" sz="750" b="0" i="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 CNĐT </a:t>
                      </a:r>
                      <a:r>
                        <a:rPr lang="vi-VN" sz="750" b="0" i="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sẽ nộp </a:t>
                      </a:r>
                      <a:r>
                        <a:rPr lang="en-US" sz="750" b="0" i="0" dirty="0" err="1">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hồ</a:t>
                      </a:r>
                      <a:r>
                        <a:rPr lang="en-US" sz="750" b="0" i="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 </a:t>
                      </a:r>
                      <a:r>
                        <a:rPr lang="en-US" sz="750" b="0" i="0" dirty="0" err="1">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sơ</a:t>
                      </a:r>
                      <a:r>
                        <a:rPr lang="en-US" sz="750" b="0" i="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 </a:t>
                      </a:r>
                      <a:r>
                        <a:rPr lang="en-US" sz="750" b="0" i="0" dirty="0" err="1">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cho</a:t>
                      </a:r>
                      <a:r>
                        <a:rPr lang="en-US" sz="750" b="0" i="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 P.KHCN </a:t>
                      </a:r>
                      <a:r>
                        <a:rPr lang="vi-VN" sz="750" b="0" i="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trình </a:t>
                      </a:r>
                      <a:r>
                        <a:rPr lang="en-US" sz="750" b="0" i="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BGH </a:t>
                      </a:r>
                      <a:r>
                        <a:rPr lang="vi-VN" sz="750" b="0" i="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ký duyệt và gửi đến các cơ quan có thẩm quyền trước thời hạn.</a:t>
                      </a:r>
                      <a:endParaRPr lang="en-US" sz="750" b="0" i="0"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endParaRPr>
                    </a:p>
                    <a:p>
                      <a:pPr marL="0" marR="0" lvl="0" indent="0" algn="l" defTabSz="862431" rtl="0" eaLnBrk="1" fontAlgn="auto" latinLnBrk="0" hangingPunct="1">
                        <a:lnSpc>
                          <a:spcPct val="100000"/>
                        </a:lnSpc>
                        <a:spcBef>
                          <a:spcPts val="0"/>
                        </a:spcBef>
                        <a:spcAft>
                          <a:spcPts val="0"/>
                        </a:spcAft>
                        <a:buClrTx/>
                        <a:buSzTx/>
                        <a:buFontTx/>
                        <a:buNone/>
                        <a:tabLst/>
                        <a:defRPr/>
                      </a:pP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vi-VN" sz="750" kern="1200" dirty="0">
                          <a:solidFill>
                            <a:schemeClr val="tx1"/>
                          </a:solidFill>
                          <a:latin typeface="Times New Roman" panose="02020603050405020304" pitchFamily="18" charset="0"/>
                          <a:ea typeface="+mn-ea"/>
                          <a:cs typeface="Times New Roman" panose="02020603050405020304" pitchFamily="18" charset="0"/>
                        </a:rPr>
                        <a:t>Trường hợp các Bộ ngành và các Quỹ có yêu cầu đăng ký trực tuyến, chủ nhiệm chủ động đăng ký.</a:t>
                      </a:r>
                      <a:endParaRPr lang="vi-VN" sz="750" dirty="0">
                        <a:effectLst/>
                        <a:latin typeface="Times New Roman" panose="02020603050405020304" pitchFamily="18" charset="0"/>
                        <a:ea typeface="Tahoma" panose="020B0604030504040204" pitchFamily="34" charset="0"/>
                        <a:cs typeface="Times New Roman" panose="02020603050405020304" pitchFamily="18" charset="0"/>
                      </a:endParaRPr>
                    </a:p>
                    <a:p>
                      <a:pPr marL="171450" indent="-171450">
                        <a:buFontTx/>
                        <a:buChar char="-"/>
                      </a:pPr>
                      <a:endParaRPr lang="vi-VN" sz="750" dirty="0">
                        <a:effectLst/>
                        <a:latin typeface="Times New Roman" panose="02020603050405020304" pitchFamily="18" charset="0"/>
                        <a:ea typeface="Tahoma" panose="020B0604030504040204" pitchFamily="34" charset="0"/>
                        <a:cs typeface="Times New Roman" panose="02020603050405020304" pitchFamily="18" charset="0"/>
                      </a:endParaRPr>
                    </a:p>
                  </a:txBody>
                  <a:tcPr anchor="ctr">
                    <a:lnL w="12700" cap="flat" cmpd="sng" algn="ctr">
                      <a:solidFill>
                        <a:srgbClr val="A20000"/>
                      </a:solidFill>
                      <a:prstDash val="solid"/>
                      <a:round/>
                      <a:headEnd type="none" w="med" len="med"/>
                      <a:tailEnd type="none" w="med" len="med"/>
                    </a:lnL>
                    <a:lnR w="6350" cap="flat" cmpd="sng" algn="ctr">
                      <a:solidFill>
                        <a:srgbClr val="A2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en-US" sz="750" kern="1200" dirty="0" err="1">
                          <a:solidFill>
                            <a:schemeClr val="tx1"/>
                          </a:solidFill>
                          <a:latin typeface="Times New Roman" panose="02020603050405020304" pitchFamily="18" charset="0"/>
                          <a:ea typeface="+mn-ea"/>
                          <a:cs typeface="Times New Roman" panose="02020603050405020304" pitchFamily="18" charset="0"/>
                        </a:rPr>
                        <a:t>Hồ</a:t>
                      </a: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en-US" sz="750" kern="1200" dirty="0" err="1">
                          <a:solidFill>
                            <a:schemeClr val="tx1"/>
                          </a:solidFill>
                          <a:latin typeface="Times New Roman" panose="02020603050405020304" pitchFamily="18" charset="0"/>
                          <a:ea typeface="+mn-ea"/>
                          <a:cs typeface="Times New Roman" panose="02020603050405020304" pitchFamily="18" charset="0"/>
                        </a:rPr>
                        <a:t>sơ</a:t>
                      </a: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en-US" sz="750" kern="1200" dirty="0" err="1">
                          <a:solidFill>
                            <a:schemeClr val="tx1"/>
                          </a:solidFill>
                          <a:latin typeface="Times New Roman" panose="02020603050405020304" pitchFamily="18" charset="0"/>
                          <a:ea typeface="+mn-ea"/>
                          <a:cs typeface="Times New Roman" panose="02020603050405020304" pitchFamily="18" charset="0"/>
                        </a:rPr>
                        <a:t>đăng</a:t>
                      </a: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en-US" sz="750" kern="1200" dirty="0" err="1">
                          <a:solidFill>
                            <a:schemeClr val="tx1"/>
                          </a:solidFill>
                          <a:latin typeface="Times New Roman" panose="02020603050405020304" pitchFamily="18" charset="0"/>
                          <a:ea typeface="+mn-ea"/>
                          <a:cs typeface="Times New Roman" panose="02020603050405020304" pitchFamily="18" charset="0"/>
                        </a:rPr>
                        <a:t>ký</a:t>
                      </a: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en-US" sz="750" kern="1200" dirty="0" err="1">
                          <a:solidFill>
                            <a:schemeClr val="tx1"/>
                          </a:solidFill>
                          <a:latin typeface="Times New Roman" panose="02020603050405020304" pitchFamily="18" charset="0"/>
                          <a:ea typeface="+mn-ea"/>
                          <a:cs typeface="Times New Roman" panose="02020603050405020304" pitchFamily="18" charset="0"/>
                        </a:rPr>
                        <a:t>theo</a:t>
                      </a: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en-US" sz="750" kern="1200" dirty="0" err="1">
                          <a:solidFill>
                            <a:schemeClr val="tx1"/>
                          </a:solidFill>
                          <a:latin typeface="Times New Roman" panose="02020603050405020304" pitchFamily="18" charset="0"/>
                          <a:ea typeface="+mn-ea"/>
                          <a:cs typeface="Times New Roman" panose="02020603050405020304" pitchFamily="18" charset="0"/>
                        </a:rPr>
                        <a:t>yêu</a:t>
                      </a: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en-US" sz="750" kern="1200" dirty="0" err="1">
                          <a:solidFill>
                            <a:schemeClr val="tx1"/>
                          </a:solidFill>
                          <a:latin typeface="Times New Roman" panose="02020603050405020304" pitchFamily="18" charset="0"/>
                          <a:ea typeface="+mn-ea"/>
                          <a:cs typeface="Times New Roman" panose="02020603050405020304" pitchFamily="18" charset="0"/>
                        </a:rPr>
                        <a:t>cầu</a:t>
                      </a: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en-US" sz="750" kern="1200" dirty="0" err="1">
                          <a:solidFill>
                            <a:schemeClr val="tx1"/>
                          </a:solidFill>
                          <a:latin typeface="Times New Roman" panose="02020603050405020304" pitchFamily="18" charset="0"/>
                          <a:ea typeface="+mn-ea"/>
                          <a:cs typeface="Times New Roman" panose="02020603050405020304" pitchFamily="18" charset="0"/>
                        </a:rPr>
                        <a:t>của</a:t>
                      </a: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en-US" sz="750" kern="1200" dirty="0" err="1">
                          <a:solidFill>
                            <a:schemeClr val="tx1"/>
                          </a:solidFill>
                          <a:latin typeface="Times New Roman" panose="02020603050405020304" pitchFamily="18" charset="0"/>
                          <a:ea typeface="+mn-ea"/>
                          <a:cs typeface="Times New Roman" panose="02020603050405020304" pitchFamily="18" charset="0"/>
                        </a:rPr>
                        <a:t>cơ</a:t>
                      </a: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en-US" sz="750" kern="1200" dirty="0" err="1">
                          <a:solidFill>
                            <a:schemeClr val="tx1"/>
                          </a:solidFill>
                          <a:latin typeface="Times New Roman" panose="02020603050405020304" pitchFamily="18" charset="0"/>
                          <a:ea typeface="+mn-ea"/>
                          <a:cs typeface="Times New Roman" panose="02020603050405020304" pitchFamily="18" charset="0"/>
                        </a:rPr>
                        <a:t>quan</a:t>
                      </a: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en-US" sz="750" kern="1200" dirty="0" err="1">
                          <a:solidFill>
                            <a:schemeClr val="tx1"/>
                          </a:solidFill>
                          <a:latin typeface="Times New Roman" panose="02020603050405020304" pitchFamily="18" charset="0"/>
                          <a:ea typeface="+mn-ea"/>
                          <a:cs typeface="Times New Roman" panose="02020603050405020304" pitchFamily="18" charset="0"/>
                        </a:rPr>
                        <a:t>thẩm</a:t>
                      </a: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en-US" sz="750" kern="1200" dirty="0" err="1">
                          <a:solidFill>
                            <a:schemeClr val="tx1"/>
                          </a:solidFill>
                          <a:latin typeface="Times New Roman" panose="02020603050405020304" pitchFamily="18" charset="0"/>
                          <a:ea typeface="+mn-ea"/>
                          <a:cs typeface="Times New Roman" panose="02020603050405020304" pitchFamily="18" charset="0"/>
                        </a:rPr>
                        <a:t>quyền</a:t>
                      </a:r>
                      <a:endParaRPr lang="en-US" sz="750" kern="1200" dirty="0">
                        <a:solidFill>
                          <a:schemeClr val="tx1"/>
                        </a:solidFill>
                        <a:latin typeface="Times New Roman" panose="02020603050405020304" pitchFamily="18" charset="0"/>
                        <a:ea typeface="+mn-ea"/>
                        <a:cs typeface="Times New Roman" panose="02020603050405020304" pitchFamily="18" charset="0"/>
                      </a:endParaRPr>
                    </a:p>
                  </a:txBody>
                  <a:tcPr anchor="ctr">
                    <a:lnL w="6350" cap="flat" cmpd="sng" algn="ctr">
                      <a:solidFill>
                        <a:srgbClr val="A20000"/>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extLst>
                  <a:ext uri="{0D108BD9-81ED-4DB2-BD59-A6C34878D82A}">
                    <a16:rowId xmlns:a16="http://schemas.microsoft.com/office/drawing/2014/main" val="4259316148"/>
                  </a:ext>
                </a:extLst>
              </a:tr>
              <a:tr h="632802">
                <a:tc>
                  <a:txBody>
                    <a:bodyPr/>
                    <a:lstStyle/>
                    <a:p>
                      <a:pPr algn="ctr"/>
                      <a:r>
                        <a:rPr lang="vi-VN" sz="750" b="1">
                          <a:solidFill>
                            <a:schemeClr val="bg1"/>
                          </a:solidFill>
                          <a:latin typeface="+mj-lt"/>
                        </a:rPr>
                        <a:t>02</a:t>
                      </a:r>
                      <a:endParaRPr lang="vi-VN"/>
                    </a:p>
                  </a:txBody>
                  <a:tcPr anchor="ctr">
                    <a:lnR w="6350" cap="flat" cmpd="sng" algn="ctr">
                      <a:solidFill>
                        <a:srgbClr val="A20000"/>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rgbClr val="A20000"/>
                    </a:solidFill>
                  </a:tcPr>
                </a:tc>
                <a:tc>
                  <a:txBody>
                    <a:bodyPr/>
                    <a:lstStyle/>
                    <a:p>
                      <a:pPr algn="ctr"/>
                      <a:r>
                        <a:rPr lang="en-US" sz="750" dirty="0">
                          <a:solidFill>
                            <a:schemeClr val="tx1"/>
                          </a:solidFill>
                          <a:latin typeface="Times New Roman" panose="02020603050405020304" pitchFamily="18" charset="0"/>
                          <a:cs typeface="Times New Roman" panose="02020603050405020304" pitchFamily="18" charset="0"/>
                        </a:rPr>
                        <a:t>P.KHCN</a:t>
                      </a:r>
                    </a:p>
                    <a:p>
                      <a:pPr algn="ctr"/>
                      <a:r>
                        <a:rPr lang="en-US" sz="750" dirty="0" err="1">
                          <a:solidFill>
                            <a:schemeClr val="tx1"/>
                          </a:solidFill>
                          <a:latin typeface="Times New Roman" panose="02020603050405020304" pitchFamily="18" charset="0"/>
                          <a:cs typeface="Times New Roman" panose="02020603050405020304" pitchFamily="18" charset="0"/>
                        </a:rPr>
                        <a:t>Cơ</a:t>
                      </a:r>
                      <a:r>
                        <a:rPr lang="en-US" sz="750" dirty="0">
                          <a:solidFill>
                            <a:schemeClr val="tx1"/>
                          </a:solidFill>
                          <a:latin typeface="Times New Roman" panose="02020603050405020304" pitchFamily="18" charset="0"/>
                          <a:cs typeface="Times New Roman" panose="02020603050405020304" pitchFamily="18" charset="0"/>
                        </a:rPr>
                        <a:t> </a:t>
                      </a:r>
                      <a:r>
                        <a:rPr lang="en-US" sz="750" dirty="0" err="1">
                          <a:solidFill>
                            <a:schemeClr val="tx1"/>
                          </a:solidFill>
                          <a:latin typeface="Times New Roman" panose="02020603050405020304" pitchFamily="18" charset="0"/>
                          <a:cs typeface="Times New Roman" panose="02020603050405020304" pitchFamily="18" charset="0"/>
                        </a:rPr>
                        <a:t>quan</a:t>
                      </a:r>
                      <a:r>
                        <a:rPr lang="en-US" sz="750" dirty="0">
                          <a:solidFill>
                            <a:schemeClr val="tx1"/>
                          </a:solidFill>
                          <a:latin typeface="Times New Roman" panose="02020603050405020304" pitchFamily="18" charset="0"/>
                          <a:cs typeface="Times New Roman" panose="02020603050405020304" pitchFamily="18" charset="0"/>
                        </a:rPr>
                        <a:t> </a:t>
                      </a:r>
                      <a:r>
                        <a:rPr lang="en-US" sz="750" dirty="0" err="1">
                          <a:solidFill>
                            <a:schemeClr val="tx1"/>
                          </a:solidFill>
                          <a:latin typeface="Times New Roman" panose="02020603050405020304" pitchFamily="18" charset="0"/>
                          <a:cs typeface="Times New Roman" panose="02020603050405020304" pitchFamily="18" charset="0"/>
                        </a:rPr>
                        <a:t>quản</a:t>
                      </a:r>
                      <a:r>
                        <a:rPr lang="en-US" sz="750" dirty="0">
                          <a:solidFill>
                            <a:schemeClr val="tx1"/>
                          </a:solidFill>
                          <a:latin typeface="Times New Roman" panose="02020603050405020304" pitchFamily="18" charset="0"/>
                          <a:cs typeface="Times New Roman" panose="02020603050405020304" pitchFamily="18" charset="0"/>
                        </a:rPr>
                        <a:t> </a:t>
                      </a:r>
                      <a:r>
                        <a:rPr lang="en-US" sz="750" dirty="0" err="1">
                          <a:solidFill>
                            <a:schemeClr val="tx1"/>
                          </a:solidFill>
                          <a:latin typeface="Times New Roman" panose="02020603050405020304" pitchFamily="18" charset="0"/>
                          <a:cs typeface="Times New Roman" panose="02020603050405020304" pitchFamily="18" charset="0"/>
                        </a:rPr>
                        <a:t>lý</a:t>
                      </a:r>
                      <a:endParaRPr lang="vi-VN" dirty="0"/>
                    </a:p>
                  </a:txBody>
                  <a:tcPr anchor="ctr">
                    <a:lnL w="6350" cap="flat" cmpd="sng" algn="ctr">
                      <a:solidFill>
                        <a:srgbClr val="A20000"/>
                      </a:solidFill>
                      <a:prstDash val="solid"/>
                      <a:round/>
                      <a:headEnd type="none" w="med" len="med"/>
                      <a:tailEnd type="none" w="med" len="med"/>
                    </a:lnL>
                    <a:lnR w="6350" cap="flat" cmpd="sng" algn="ctr">
                      <a:solidFill>
                        <a:srgbClr val="A20000"/>
                      </a:solidFill>
                      <a:prstDash val="solid"/>
                      <a:round/>
                      <a:headEnd type="none" w="med" len="med"/>
                      <a:tailEnd type="none" w="med" len="med"/>
                    </a:lnR>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tc vMerge="1">
                  <a:txBody>
                    <a:bodyPr/>
                    <a:lstStyle/>
                    <a:p>
                      <a:endParaRPr lang="vi-VN"/>
                    </a:p>
                  </a:txBody>
                  <a:tcPr/>
                </a:tc>
                <a:tc>
                  <a:txBody>
                    <a:bodyPr/>
                    <a:lstStyle/>
                    <a:p>
                      <a:pPr marL="0" indent="0" algn="l" defTabSz="457146" rtl="0" eaLnBrk="1" latinLnBrk="0" hangingPunct="1">
                        <a:buFontTx/>
                        <a:buNone/>
                      </a:pPr>
                      <a:endParaRPr lang="vi-VN" sz="750" kern="1200" dirty="0">
                        <a:solidFill>
                          <a:schemeClr val="tx1"/>
                        </a:solidFill>
                        <a:latin typeface="Times New Roman" panose="02020603050405020304" pitchFamily="18" charset="0"/>
                        <a:ea typeface="+mn-ea"/>
                        <a:cs typeface="Times New Roman" panose="02020603050405020304" pitchFamily="18" charset="0"/>
                      </a:endParaRPr>
                    </a:p>
                  </a:txBody>
                  <a:tcPr anchor="ctr">
                    <a:lnL w="12700" cap="flat" cmpd="sng" algn="ctr">
                      <a:solidFill>
                        <a:srgbClr val="A20000"/>
                      </a:solidFill>
                      <a:prstDash val="solid"/>
                      <a:round/>
                      <a:headEnd type="none" w="med" len="med"/>
                      <a:tailEnd type="none" w="med" len="med"/>
                    </a:lnL>
                    <a:lnR w="6350" cap="flat" cmpd="sng" algn="ctr">
                      <a:solidFill>
                        <a:srgbClr val="A20000"/>
                      </a:solidFill>
                      <a:prstDash val="solid"/>
                      <a:round/>
                      <a:headEnd type="none" w="med" len="med"/>
                      <a:tailEnd type="none" w="med" len="med"/>
                    </a:lnR>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750" kern="1200" dirty="0">
                        <a:solidFill>
                          <a:schemeClr val="tx1"/>
                        </a:solidFill>
                        <a:latin typeface="Times New Roman" panose="02020603050405020304" pitchFamily="18" charset="0"/>
                        <a:ea typeface="+mn-ea"/>
                        <a:cs typeface="Times New Roman" panose="02020603050405020304" pitchFamily="18" charset="0"/>
                      </a:endParaRPr>
                    </a:p>
                  </a:txBody>
                  <a:tcPr anchor="ctr">
                    <a:lnL w="6350" cap="flat" cmpd="sng" algn="ctr">
                      <a:solidFill>
                        <a:srgbClr val="A20000"/>
                      </a:solidFill>
                      <a:prstDash val="solid"/>
                      <a:round/>
                      <a:headEnd type="none" w="med" len="med"/>
                      <a:tailEnd type="none" w="med" len="med"/>
                    </a:lnL>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extLst>
                  <a:ext uri="{0D108BD9-81ED-4DB2-BD59-A6C34878D82A}">
                    <a16:rowId xmlns:a16="http://schemas.microsoft.com/office/drawing/2014/main" val="4015575141"/>
                  </a:ext>
                </a:extLst>
              </a:tr>
              <a:tr h="724200">
                <a:tc>
                  <a:txBody>
                    <a:bodyPr/>
                    <a:lstStyle/>
                    <a:p>
                      <a:pPr algn="ctr"/>
                      <a:r>
                        <a:rPr lang="vi-VN" sz="750" b="1">
                          <a:solidFill>
                            <a:schemeClr val="bg1"/>
                          </a:solidFill>
                          <a:latin typeface="+mj-lt"/>
                        </a:rPr>
                        <a:t>03</a:t>
                      </a:r>
                      <a:endParaRPr lang="vi-VN"/>
                    </a:p>
                  </a:txBody>
                  <a:tcPr anchor="ctr">
                    <a:lnR w="6350" cap="flat" cmpd="sng" algn="ctr">
                      <a:solidFill>
                        <a:srgbClr val="A20000"/>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rgbClr val="A20000"/>
                    </a:solidFill>
                  </a:tcPr>
                </a:tc>
                <a:tc>
                  <a:txBody>
                    <a:bodyPr/>
                    <a:lstStyle/>
                    <a:p>
                      <a:pPr algn="ctr"/>
                      <a:r>
                        <a:rPr lang="en-US" sz="750" dirty="0">
                          <a:solidFill>
                            <a:schemeClr val="tx1"/>
                          </a:solidFill>
                          <a:latin typeface="Times New Roman" panose="02020603050405020304" pitchFamily="18" charset="0"/>
                          <a:cs typeface="Times New Roman" panose="02020603050405020304" pitchFamily="18" charset="0"/>
                        </a:rPr>
                        <a:t>P.KHCN</a:t>
                      </a:r>
                    </a:p>
                    <a:p>
                      <a:pPr algn="ctr"/>
                      <a:r>
                        <a:rPr lang="en-US" sz="750" dirty="0" err="1">
                          <a:solidFill>
                            <a:schemeClr val="tx1"/>
                          </a:solidFill>
                          <a:latin typeface="Times New Roman" panose="02020603050405020304" pitchFamily="18" charset="0"/>
                          <a:cs typeface="Times New Roman" panose="02020603050405020304" pitchFamily="18" charset="0"/>
                        </a:rPr>
                        <a:t>Cơ</a:t>
                      </a:r>
                      <a:r>
                        <a:rPr lang="en-US" sz="750" dirty="0">
                          <a:solidFill>
                            <a:schemeClr val="tx1"/>
                          </a:solidFill>
                          <a:latin typeface="Times New Roman" panose="02020603050405020304" pitchFamily="18" charset="0"/>
                          <a:cs typeface="Times New Roman" panose="02020603050405020304" pitchFamily="18" charset="0"/>
                        </a:rPr>
                        <a:t> </a:t>
                      </a:r>
                      <a:r>
                        <a:rPr lang="en-US" sz="750" dirty="0" err="1">
                          <a:solidFill>
                            <a:schemeClr val="tx1"/>
                          </a:solidFill>
                          <a:latin typeface="Times New Roman" panose="02020603050405020304" pitchFamily="18" charset="0"/>
                          <a:cs typeface="Times New Roman" panose="02020603050405020304" pitchFamily="18" charset="0"/>
                        </a:rPr>
                        <a:t>quan</a:t>
                      </a:r>
                      <a:r>
                        <a:rPr lang="en-US" sz="750" dirty="0">
                          <a:solidFill>
                            <a:schemeClr val="tx1"/>
                          </a:solidFill>
                          <a:latin typeface="Times New Roman" panose="02020603050405020304" pitchFamily="18" charset="0"/>
                          <a:cs typeface="Times New Roman" panose="02020603050405020304" pitchFamily="18" charset="0"/>
                        </a:rPr>
                        <a:t> </a:t>
                      </a:r>
                      <a:r>
                        <a:rPr lang="en-US" sz="750" dirty="0" err="1">
                          <a:solidFill>
                            <a:schemeClr val="tx1"/>
                          </a:solidFill>
                          <a:latin typeface="Times New Roman" panose="02020603050405020304" pitchFamily="18" charset="0"/>
                          <a:cs typeface="Times New Roman" panose="02020603050405020304" pitchFamily="18" charset="0"/>
                        </a:rPr>
                        <a:t>quản</a:t>
                      </a:r>
                      <a:r>
                        <a:rPr lang="en-US" sz="750" dirty="0">
                          <a:solidFill>
                            <a:schemeClr val="tx1"/>
                          </a:solidFill>
                          <a:latin typeface="Times New Roman" panose="02020603050405020304" pitchFamily="18" charset="0"/>
                          <a:cs typeface="Times New Roman" panose="02020603050405020304" pitchFamily="18" charset="0"/>
                        </a:rPr>
                        <a:t> </a:t>
                      </a:r>
                      <a:r>
                        <a:rPr lang="en-US" sz="750" dirty="0" err="1">
                          <a:solidFill>
                            <a:schemeClr val="tx1"/>
                          </a:solidFill>
                          <a:latin typeface="Times New Roman" panose="02020603050405020304" pitchFamily="18" charset="0"/>
                          <a:cs typeface="Times New Roman" panose="02020603050405020304" pitchFamily="18" charset="0"/>
                        </a:rPr>
                        <a:t>lý</a:t>
                      </a:r>
                      <a:endParaRPr lang="vi-VN" sz="800" dirty="0"/>
                    </a:p>
                  </a:txBody>
                  <a:tcPr anchor="ctr">
                    <a:lnL w="6350" cap="flat" cmpd="sng" algn="ctr">
                      <a:solidFill>
                        <a:srgbClr val="A20000"/>
                      </a:solidFill>
                      <a:prstDash val="solid"/>
                      <a:round/>
                      <a:headEnd type="none" w="med" len="med"/>
                      <a:tailEnd type="none" w="med" len="med"/>
                    </a:lnL>
                    <a:lnR w="6350" cap="flat" cmpd="sng" algn="ctr">
                      <a:solidFill>
                        <a:srgbClr val="A20000"/>
                      </a:solidFill>
                      <a:prstDash val="solid"/>
                      <a:round/>
                      <a:headEnd type="none" w="med" len="med"/>
                      <a:tailEnd type="none" w="med" len="med"/>
                    </a:lnR>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tc vMerge="1">
                  <a:txBody>
                    <a:bodyPr/>
                    <a:lstStyle/>
                    <a:p>
                      <a:endParaRPr lang="en-US"/>
                    </a:p>
                  </a:txBody>
                  <a:tcPr/>
                </a:tc>
                <a:tc rowSpan="2">
                  <a:txBody>
                    <a:bodyPr/>
                    <a:lstStyle/>
                    <a:p>
                      <a:pPr marL="0" indent="0" algn="l" defTabSz="457146" rtl="0" eaLnBrk="1" latinLnBrk="0" hangingPunct="1">
                        <a:buFontTx/>
                        <a:buNone/>
                      </a:pP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vi-VN" sz="750" kern="1200" dirty="0">
                          <a:solidFill>
                            <a:schemeClr val="tx1"/>
                          </a:solidFill>
                          <a:latin typeface="Times New Roman" panose="02020603050405020304" pitchFamily="18" charset="0"/>
                          <a:ea typeface="+mn-ea"/>
                          <a:cs typeface="Times New Roman" panose="02020603050405020304" pitchFamily="18" charset="0"/>
                        </a:rPr>
                        <a:t>Khi </a:t>
                      </a:r>
                      <a:r>
                        <a:rPr lang="en-US" sz="750" kern="1200" dirty="0" err="1">
                          <a:solidFill>
                            <a:schemeClr val="tx1"/>
                          </a:solidFill>
                          <a:latin typeface="Times New Roman" panose="02020603050405020304" pitchFamily="18" charset="0"/>
                          <a:ea typeface="+mn-ea"/>
                          <a:cs typeface="Times New Roman" panose="02020603050405020304" pitchFamily="18" charset="0"/>
                        </a:rPr>
                        <a:t>Cơ</a:t>
                      </a: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en-US" sz="750" kern="1200" dirty="0" err="1">
                          <a:solidFill>
                            <a:schemeClr val="tx1"/>
                          </a:solidFill>
                          <a:latin typeface="Times New Roman" panose="02020603050405020304" pitchFamily="18" charset="0"/>
                          <a:ea typeface="+mn-ea"/>
                          <a:cs typeface="Times New Roman" panose="02020603050405020304" pitchFamily="18" charset="0"/>
                        </a:rPr>
                        <a:t>quan</a:t>
                      </a: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en-US" sz="750" kern="1200" dirty="0" err="1">
                          <a:solidFill>
                            <a:schemeClr val="tx1"/>
                          </a:solidFill>
                          <a:latin typeface="Times New Roman" panose="02020603050405020304" pitchFamily="18" charset="0"/>
                          <a:ea typeface="+mn-ea"/>
                          <a:cs typeface="Times New Roman" panose="02020603050405020304" pitchFamily="18" charset="0"/>
                        </a:rPr>
                        <a:t>quản</a:t>
                      </a: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en-US" sz="750" kern="1200" dirty="0" err="1">
                          <a:solidFill>
                            <a:schemeClr val="tx1"/>
                          </a:solidFill>
                          <a:latin typeface="Times New Roman" panose="02020603050405020304" pitchFamily="18" charset="0"/>
                          <a:ea typeface="+mn-ea"/>
                          <a:cs typeface="Times New Roman" panose="02020603050405020304" pitchFamily="18" charset="0"/>
                        </a:rPr>
                        <a:t>lý</a:t>
                      </a: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vi-VN" sz="750" kern="1200" dirty="0">
                          <a:solidFill>
                            <a:schemeClr val="tx1"/>
                          </a:solidFill>
                          <a:latin typeface="Times New Roman" panose="02020603050405020304" pitchFamily="18" charset="0"/>
                          <a:ea typeface="+mn-ea"/>
                          <a:cs typeface="Times New Roman" panose="02020603050405020304" pitchFamily="18" charset="0"/>
                        </a:rPr>
                        <a:t>xem xét và phê duyệt </a:t>
                      </a:r>
                      <a:r>
                        <a:rPr lang="en-US" sz="750" kern="1200" dirty="0" err="1">
                          <a:solidFill>
                            <a:schemeClr val="tx1"/>
                          </a:solidFill>
                          <a:latin typeface="Times New Roman" panose="02020603050405020304" pitchFamily="18" charset="0"/>
                          <a:ea typeface="+mn-ea"/>
                          <a:cs typeface="Times New Roman" panose="02020603050405020304" pitchFamily="18" charset="0"/>
                        </a:rPr>
                        <a:t>xong</a:t>
                      </a: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en-US" sz="750" kern="1200" dirty="0" err="1">
                          <a:solidFill>
                            <a:schemeClr val="tx1"/>
                          </a:solidFill>
                          <a:latin typeface="Times New Roman" panose="02020603050405020304" pitchFamily="18" charset="0"/>
                          <a:ea typeface="+mn-ea"/>
                          <a:cs typeface="Times New Roman" panose="02020603050405020304" pitchFamily="18" charset="0"/>
                        </a:rPr>
                        <a:t>đề</a:t>
                      </a: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en-US" sz="750" kern="1200" dirty="0" err="1">
                          <a:solidFill>
                            <a:schemeClr val="tx1"/>
                          </a:solidFill>
                          <a:latin typeface="Times New Roman" panose="02020603050405020304" pitchFamily="18" charset="0"/>
                          <a:ea typeface="+mn-ea"/>
                          <a:cs typeface="Times New Roman" panose="02020603050405020304" pitchFamily="18" charset="0"/>
                        </a:rPr>
                        <a:t>tài</a:t>
                      </a:r>
                      <a:r>
                        <a:rPr lang="en-US" sz="750" kern="1200" dirty="0">
                          <a:solidFill>
                            <a:schemeClr val="tx1"/>
                          </a:solidFill>
                          <a:latin typeface="Times New Roman" panose="02020603050405020304" pitchFamily="18" charset="0"/>
                          <a:ea typeface="+mn-ea"/>
                          <a:cs typeface="Times New Roman" panose="02020603050405020304" pitchFamily="18" charset="0"/>
                        </a:rPr>
                        <a:t>.</a:t>
                      </a:r>
                    </a:p>
                    <a:p>
                      <a:pPr marL="0" indent="0" algn="l" defTabSz="457146" rtl="0" eaLnBrk="1" latinLnBrk="0" hangingPunct="1">
                        <a:buFontTx/>
                        <a:buNone/>
                      </a:pPr>
                      <a:r>
                        <a:rPr lang="en-US" sz="750" kern="1200" dirty="0">
                          <a:solidFill>
                            <a:schemeClr val="tx1"/>
                          </a:solidFill>
                          <a:latin typeface="Times New Roman" panose="02020603050405020304" pitchFamily="18" charset="0"/>
                          <a:ea typeface="+mn-ea"/>
                          <a:cs typeface="Times New Roman" panose="02020603050405020304" pitchFamily="18" charset="0"/>
                        </a:rPr>
                        <a:t>- CNĐT </a:t>
                      </a:r>
                      <a:r>
                        <a:rPr lang="vi-VN" sz="750" kern="1200" dirty="0">
                          <a:solidFill>
                            <a:schemeClr val="tx1"/>
                          </a:solidFill>
                          <a:latin typeface="Times New Roman" panose="02020603050405020304" pitchFamily="18" charset="0"/>
                          <a:ea typeface="+mn-ea"/>
                          <a:cs typeface="Times New Roman" panose="02020603050405020304" pitchFamily="18" charset="0"/>
                        </a:rPr>
                        <a:t>gửi bản sao </a:t>
                      </a:r>
                      <a:r>
                        <a:rPr lang="en-US" sz="750" kern="1200" dirty="0" err="1">
                          <a:solidFill>
                            <a:schemeClr val="tx1"/>
                          </a:solidFill>
                          <a:latin typeface="Times New Roman" panose="02020603050405020304" pitchFamily="18" charset="0"/>
                          <a:ea typeface="+mn-ea"/>
                          <a:cs typeface="Times New Roman" panose="02020603050405020304" pitchFamily="18" charset="0"/>
                        </a:rPr>
                        <a:t>tất</a:t>
                      </a: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en-US" sz="750" kern="1200" dirty="0" err="1">
                          <a:solidFill>
                            <a:schemeClr val="tx1"/>
                          </a:solidFill>
                          <a:latin typeface="Times New Roman" panose="02020603050405020304" pitchFamily="18" charset="0"/>
                          <a:ea typeface="+mn-ea"/>
                          <a:cs typeface="Times New Roman" panose="02020603050405020304" pitchFamily="18" charset="0"/>
                        </a:rPr>
                        <a:t>cả</a:t>
                      </a: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en-US" sz="750" kern="1200" dirty="0" err="1">
                          <a:solidFill>
                            <a:schemeClr val="tx1"/>
                          </a:solidFill>
                          <a:latin typeface="Times New Roman" panose="02020603050405020304" pitchFamily="18" charset="0"/>
                          <a:ea typeface="+mn-ea"/>
                          <a:cs typeface="Times New Roman" panose="02020603050405020304" pitchFamily="18" charset="0"/>
                        </a:rPr>
                        <a:t>hồ</a:t>
                      </a: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en-US" sz="750" kern="1200" dirty="0" err="1">
                          <a:solidFill>
                            <a:schemeClr val="tx1"/>
                          </a:solidFill>
                          <a:latin typeface="Times New Roman" panose="02020603050405020304" pitchFamily="18" charset="0"/>
                          <a:ea typeface="+mn-ea"/>
                          <a:cs typeface="Times New Roman" panose="02020603050405020304" pitchFamily="18" charset="0"/>
                        </a:rPr>
                        <a:t>sơ</a:t>
                      </a:r>
                      <a:r>
                        <a:rPr lang="en-US" sz="750" kern="1200" dirty="0">
                          <a:solidFill>
                            <a:schemeClr val="tx1"/>
                          </a:solidFill>
                          <a:latin typeface="Times New Roman" panose="02020603050405020304" pitchFamily="18" charset="0"/>
                          <a:ea typeface="+mn-ea"/>
                          <a:cs typeface="Times New Roman" panose="02020603050405020304" pitchFamily="18" charset="0"/>
                        </a:rPr>
                        <a:t> </a:t>
                      </a:r>
                      <a:r>
                        <a:rPr lang="vi-VN" sz="750" kern="1200" dirty="0">
                          <a:solidFill>
                            <a:schemeClr val="tx1"/>
                          </a:solidFill>
                          <a:latin typeface="Times New Roman" panose="02020603050405020304" pitchFamily="18" charset="0"/>
                          <a:ea typeface="+mn-ea"/>
                          <a:cs typeface="Times New Roman" panose="02020603050405020304" pitchFamily="18" charset="0"/>
                        </a:rPr>
                        <a:t>cho </a:t>
                      </a:r>
                      <a:r>
                        <a:rPr lang="en-US" sz="750" kern="1200" dirty="0">
                          <a:solidFill>
                            <a:schemeClr val="tx1"/>
                          </a:solidFill>
                          <a:latin typeface="Times New Roman" panose="02020603050405020304" pitchFamily="18" charset="0"/>
                          <a:ea typeface="+mn-ea"/>
                          <a:cs typeface="Times New Roman" panose="02020603050405020304" pitchFamily="18" charset="0"/>
                        </a:rPr>
                        <a:t>P.KHCN</a:t>
                      </a:r>
                      <a:r>
                        <a:rPr lang="vi-VN" sz="750" kern="1200" dirty="0">
                          <a:solidFill>
                            <a:schemeClr val="tx1"/>
                          </a:solidFill>
                          <a:latin typeface="Times New Roman" panose="02020603050405020304" pitchFamily="18" charset="0"/>
                          <a:ea typeface="+mn-ea"/>
                          <a:cs typeface="Times New Roman" panose="02020603050405020304" pitchFamily="18" charset="0"/>
                        </a:rPr>
                        <a:t> lưu để quản lý.</a:t>
                      </a:r>
                    </a:p>
                  </a:txBody>
                  <a:tcPr anchor="ctr">
                    <a:lnL w="12700" cap="flat" cmpd="sng" algn="ctr">
                      <a:solidFill>
                        <a:srgbClr val="A20000"/>
                      </a:solidFill>
                      <a:prstDash val="solid"/>
                      <a:round/>
                      <a:headEnd type="none" w="med" len="med"/>
                      <a:tailEnd type="none" w="med" len="med"/>
                    </a:lnL>
                    <a:lnR w="6350" cap="flat" cmpd="sng" algn="ctr">
                      <a:solidFill>
                        <a:srgbClr val="A20000"/>
                      </a:solidFill>
                      <a:prstDash val="solid"/>
                      <a:round/>
                      <a:headEnd type="none" w="med" len="med"/>
                      <a:tailEnd type="none" w="med" len="med"/>
                    </a:lnR>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750" kern="1200" dirty="0">
                        <a:solidFill>
                          <a:schemeClr val="tx1"/>
                        </a:solidFill>
                        <a:latin typeface="Times New Roman" panose="02020603050405020304" pitchFamily="18" charset="0"/>
                        <a:ea typeface="+mn-ea"/>
                        <a:cs typeface="Times New Roman" panose="02020603050405020304" pitchFamily="18" charset="0"/>
                      </a:endParaRPr>
                    </a:p>
                  </a:txBody>
                  <a:tcPr anchor="ctr">
                    <a:lnL w="6350" cap="flat" cmpd="sng" algn="ctr">
                      <a:solidFill>
                        <a:srgbClr val="A20000"/>
                      </a:solidFill>
                      <a:prstDash val="solid"/>
                      <a:round/>
                      <a:headEnd type="none" w="med" len="med"/>
                      <a:tailEnd type="none" w="med" len="med"/>
                    </a:lnL>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extLst>
                  <a:ext uri="{0D108BD9-81ED-4DB2-BD59-A6C34878D82A}">
                    <a16:rowId xmlns:a16="http://schemas.microsoft.com/office/drawing/2014/main" val="1664101356"/>
                  </a:ext>
                </a:extLst>
              </a:tr>
              <a:tr h="693010">
                <a:tc>
                  <a:txBody>
                    <a:bodyPr/>
                    <a:lstStyle/>
                    <a:p>
                      <a:pPr algn="ctr"/>
                      <a:r>
                        <a:rPr lang="vi-VN" sz="750" b="1">
                          <a:solidFill>
                            <a:schemeClr val="bg1"/>
                          </a:solidFill>
                          <a:latin typeface="+mj-lt"/>
                        </a:rPr>
                        <a:t>04</a:t>
                      </a:r>
                      <a:endParaRPr lang="vi-VN"/>
                    </a:p>
                  </a:txBody>
                  <a:tcPr anchor="ctr">
                    <a:lnR w="6350" cap="flat" cmpd="sng" algn="ctr">
                      <a:solidFill>
                        <a:srgbClr val="A20000"/>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rgbClr val="A20000"/>
                    </a:solidFill>
                  </a:tcPr>
                </a:tc>
                <a:tc>
                  <a:txBody>
                    <a:bodyPr/>
                    <a:lstStyle/>
                    <a:p>
                      <a:pPr algn="ctr"/>
                      <a:r>
                        <a:rPr lang="en-US" sz="750" dirty="0">
                          <a:solidFill>
                            <a:schemeClr val="tx1"/>
                          </a:solidFill>
                          <a:latin typeface="Times New Roman" panose="02020603050405020304" pitchFamily="18" charset="0"/>
                          <a:cs typeface="Times New Roman" panose="02020603050405020304" pitchFamily="18" charset="0"/>
                        </a:rPr>
                        <a:t>P.KHCN</a:t>
                      </a:r>
                    </a:p>
                    <a:p>
                      <a:pPr algn="ctr"/>
                      <a:r>
                        <a:rPr lang="en-US" sz="750" dirty="0">
                          <a:solidFill>
                            <a:schemeClr val="tx1"/>
                          </a:solidFill>
                          <a:latin typeface="Times New Roman" panose="02020603050405020304" pitchFamily="18" charset="0"/>
                          <a:cs typeface="Times New Roman" panose="02020603050405020304" pitchFamily="18" charset="0"/>
                        </a:rPr>
                        <a:t>CNĐT</a:t>
                      </a:r>
                    </a:p>
                    <a:p>
                      <a:pPr marL="0" marR="0" lvl="0" indent="0" algn="ctr" defTabSz="862431" rtl="0" eaLnBrk="1" fontAlgn="auto" latinLnBrk="0" hangingPunct="1">
                        <a:lnSpc>
                          <a:spcPct val="100000"/>
                        </a:lnSpc>
                        <a:spcBef>
                          <a:spcPts val="0"/>
                        </a:spcBef>
                        <a:spcAft>
                          <a:spcPts val="0"/>
                        </a:spcAft>
                        <a:buClrTx/>
                        <a:buSzTx/>
                        <a:buFontTx/>
                        <a:buNone/>
                        <a:tabLst/>
                        <a:defRPr/>
                      </a:pPr>
                      <a:r>
                        <a:rPr lang="en-US" sz="750" dirty="0">
                          <a:solidFill>
                            <a:schemeClr val="tx1"/>
                          </a:solidFill>
                          <a:latin typeface="Times New Roman" panose="02020603050405020304" pitchFamily="18" charset="0"/>
                          <a:cs typeface="Times New Roman" panose="02020603050405020304" pitchFamily="18" charset="0"/>
                        </a:rPr>
                        <a:t>BGH</a:t>
                      </a:r>
                    </a:p>
                    <a:p>
                      <a:pPr marL="0" marR="0" lvl="0" indent="0" algn="ctr" defTabSz="862431" rtl="0" eaLnBrk="1" fontAlgn="auto" latinLnBrk="0" hangingPunct="1">
                        <a:lnSpc>
                          <a:spcPct val="100000"/>
                        </a:lnSpc>
                        <a:spcBef>
                          <a:spcPts val="0"/>
                        </a:spcBef>
                        <a:spcAft>
                          <a:spcPts val="0"/>
                        </a:spcAft>
                        <a:buClrTx/>
                        <a:buSzTx/>
                        <a:buFontTx/>
                        <a:buNone/>
                        <a:tabLst/>
                        <a:defRPr/>
                      </a:pPr>
                      <a:r>
                        <a:rPr lang="en-US" sz="800" dirty="0" err="1">
                          <a:solidFill>
                            <a:schemeClr val="tx1"/>
                          </a:solidFill>
                          <a:latin typeface="Times New Roman" panose="02020603050405020304" pitchFamily="18" charset="0"/>
                          <a:cs typeface="Times New Roman" panose="02020603050405020304" pitchFamily="18" charset="0"/>
                        </a:rPr>
                        <a:t>Cơ</a:t>
                      </a:r>
                      <a:r>
                        <a:rPr lang="en-US" sz="800" dirty="0">
                          <a:solidFill>
                            <a:schemeClr val="tx1"/>
                          </a:solidFill>
                          <a:latin typeface="Times New Roman" panose="02020603050405020304" pitchFamily="18" charset="0"/>
                          <a:cs typeface="Times New Roman" panose="02020603050405020304" pitchFamily="18" charset="0"/>
                        </a:rPr>
                        <a:t> </a:t>
                      </a:r>
                      <a:r>
                        <a:rPr lang="en-US" sz="800" dirty="0" err="1">
                          <a:solidFill>
                            <a:schemeClr val="tx1"/>
                          </a:solidFill>
                          <a:latin typeface="Times New Roman" panose="02020603050405020304" pitchFamily="18" charset="0"/>
                          <a:cs typeface="Times New Roman" panose="02020603050405020304" pitchFamily="18" charset="0"/>
                        </a:rPr>
                        <a:t>quan</a:t>
                      </a:r>
                      <a:r>
                        <a:rPr lang="en-US" sz="800" dirty="0">
                          <a:solidFill>
                            <a:schemeClr val="tx1"/>
                          </a:solidFill>
                          <a:latin typeface="Times New Roman" panose="02020603050405020304" pitchFamily="18" charset="0"/>
                          <a:cs typeface="Times New Roman" panose="02020603050405020304" pitchFamily="18" charset="0"/>
                        </a:rPr>
                        <a:t> </a:t>
                      </a:r>
                      <a:r>
                        <a:rPr lang="en-US" sz="800" dirty="0" err="1">
                          <a:solidFill>
                            <a:schemeClr val="tx1"/>
                          </a:solidFill>
                          <a:latin typeface="Times New Roman" panose="02020603050405020304" pitchFamily="18" charset="0"/>
                          <a:cs typeface="Times New Roman" panose="02020603050405020304" pitchFamily="18" charset="0"/>
                        </a:rPr>
                        <a:t>quản</a:t>
                      </a:r>
                      <a:r>
                        <a:rPr lang="en-US" sz="800" dirty="0">
                          <a:solidFill>
                            <a:schemeClr val="tx1"/>
                          </a:solidFill>
                          <a:latin typeface="Times New Roman" panose="02020603050405020304" pitchFamily="18" charset="0"/>
                          <a:cs typeface="Times New Roman" panose="02020603050405020304" pitchFamily="18" charset="0"/>
                        </a:rPr>
                        <a:t> </a:t>
                      </a:r>
                      <a:r>
                        <a:rPr lang="en-US" sz="800" dirty="0" err="1">
                          <a:solidFill>
                            <a:schemeClr val="tx1"/>
                          </a:solidFill>
                          <a:latin typeface="Times New Roman" panose="02020603050405020304" pitchFamily="18" charset="0"/>
                          <a:cs typeface="Times New Roman" panose="02020603050405020304" pitchFamily="18" charset="0"/>
                        </a:rPr>
                        <a:t>lý</a:t>
                      </a:r>
                      <a:endParaRPr lang="vi-VN" sz="3600" dirty="0"/>
                    </a:p>
                  </a:txBody>
                  <a:tcPr anchor="ctr">
                    <a:lnL w="6350" cap="flat" cmpd="sng" algn="ctr">
                      <a:solidFill>
                        <a:srgbClr val="A20000"/>
                      </a:solidFill>
                      <a:prstDash val="solid"/>
                      <a:round/>
                      <a:headEnd type="none" w="med" len="med"/>
                      <a:tailEnd type="none" w="med" len="med"/>
                    </a:lnL>
                    <a:lnR w="6350" cap="flat" cmpd="sng" algn="ctr">
                      <a:solidFill>
                        <a:srgbClr val="A20000"/>
                      </a:solidFill>
                      <a:prstDash val="solid"/>
                      <a:round/>
                      <a:headEnd type="none" w="med" len="med"/>
                      <a:tailEnd type="none" w="med" len="med"/>
                    </a:lnR>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tc vMerge="1">
                  <a:txBody>
                    <a:bodyPr/>
                    <a:lstStyle/>
                    <a:p>
                      <a:endParaRPr lang="en-US"/>
                    </a:p>
                  </a:txBody>
                  <a:tcPr>
                    <a:lnL w="6350" cap="flat" cmpd="sng" algn="ctr">
                      <a:solidFill>
                        <a:srgbClr val="A20000"/>
                      </a:solidFill>
                      <a:prstDash val="solid"/>
                      <a:round/>
                      <a:headEnd type="none" w="med" len="med"/>
                      <a:tailEnd type="none" w="med" len="med"/>
                    </a:lnL>
                  </a:tcPr>
                </a:tc>
                <a:tc vMerge="1">
                  <a:txBody>
                    <a:bodyPr/>
                    <a:lstStyle/>
                    <a:p>
                      <a:pPr marL="0" marR="0" lvl="0" indent="0" algn="l" defTabSz="457146" rtl="0" eaLnBrk="1" fontAlgn="auto" latinLnBrk="0" hangingPunct="1">
                        <a:lnSpc>
                          <a:spcPct val="100000"/>
                        </a:lnSpc>
                        <a:spcBef>
                          <a:spcPts val="0"/>
                        </a:spcBef>
                        <a:spcAft>
                          <a:spcPts val="0"/>
                        </a:spcAft>
                        <a:buClrTx/>
                        <a:buSzTx/>
                        <a:buFontTx/>
                        <a:buNone/>
                        <a:tabLst/>
                        <a:defRPr/>
                      </a:pPr>
                      <a:endParaRPr lang="vi-VN" sz="750" kern="1200" dirty="0">
                        <a:solidFill>
                          <a:schemeClr val="tx1"/>
                        </a:solidFill>
                        <a:latin typeface="Times New Roman" panose="02020603050405020304" pitchFamily="18" charset="0"/>
                        <a:ea typeface="+mn-ea"/>
                        <a:cs typeface="Times New Roman" panose="02020603050405020304" pitchFamily="18" charset="0"/>
                      </a:endParaRPr>
                    </a:p>
                  </a:txBody>
                  <a:tcPr anchor="ctr">
                    <a:lnR w="6350" cap="flat" cmpd="sng" algn="ctr">
                      <a:solidFill>
                        <a:srgbClr val="A20000"/>
                      </a:solidFill>
                      <a:prstDash val="solid"/>
                      <a:round/>
                      <a:headEnd type="none" w="med" len="med"/>
                      <a:tailEnd type="none" w="med" len="med"/>
                    </a:lnR>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750" kern="1200" dirty="0">
                        <a:solidFill>
                          <a:schemeClr val="tx1"/>
                        </a:solidFill>
                        <a:latin typeface="Times New Roman" panose="02020603050405020304" pitchFamily="18" charset="0"/>
                        <a:ea typeface="+mn-ea"/>
                        <a:cs typeface="Times New Roman" panose="02020603050405020304" pitchFamily="18" charset="0"/>
                      </a:endParaRPr>
                    </a:p>
                  </a:txBody>
                  <a:tcPr anchor="ctr">
                    <a:lnL w="6350" cap="flat" cmpd="sng" algn="ctr">
                      <a:solidFill>
                        <a:srgbClr val="A20000"/>
                      </a:solidFill>
                      <a:prstDash val="solid"/>
                      <a:round/>
                      <a:headEnd type="none" w="med" len="med"/>
                      <a:tailEnd type="none" w="med" len="med"/>
                    </a:lnL>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extLst>
                  <a:ext uri="{0D108BD9-81ED-4DB2-BD59-A6C34878D82A}">
                    <a16:rowId xmlns:a16="http://schemas.microsoft.com/office/drawing/2014/main" val="2605845368"/>
                  </a:ext>
                </a:extLst>
              </a:tr>
              <a:tr h="687042">
                <a:tc>
                  <a:txBody>
                    <a:bodyPr/>
                    <a:lstStyle/>
                    <a:p>
                      <a:r>
                        <a:rPr lang="vi-VN" sz="750" b="1">
                          <a:solidFill>
                            <a:schemeClr val="bg1"/>
                          </a:solidFill>
                          <a:latin typeface="+mj-lt"/>
                        </a:rPr>
                        <a:t>05</a:t>
                      </a:r>
                      <a:endParaRPr lang="en-US"/>
                    </a:p>
                  </a:txBody>
                  <a:tcPr anchor="ctr">
                    <a:lnR w="6350" cap="flat" cmpd="sng" algn="ctr">
                      <a:solidFill>
                        <a:srgbClr val="A20000"/>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rgbClr val="A20000"/>
                    </a:solidFill>
                  </a:tcPr>
                </a:tc>
                <a:tc>
                  <a:txBody>
                    <a:bodyPr/>
                    <a:lstStyle/>
                    <a:p>
                      <a:pPr algn="ctr"/>
                      <a:r>
                        <a:rPr lang="en-US" sz="750" dirty="0">
                          <a:solidFill>
                            <a:schemeClr val="tx1"/>
                          </a:solidFill>
                          <a:latin typeface="Times New Roman" panose="02020603050405020304" pitchFamily="18" charset="0"/>
                          <a:cs typeface="Times New Roman" panose="02020603050405020304" pitchFamily="18" charset="0"/>
                        </a:rPr>
                        <a:t>P.KHCN</a:t>
                      </a:r>
                    </a:p>
                    <a:p>
                      <a:pPr algn="ctr"/>
                      <a:r>
                        <a:rPr lang="en-US" sz="750" dirty="0">
                          <a:solidFill>
                            <a:schemeClr val="tx1"/>
                          </a:solidFill>
                          <a:latin typeface="Times New Roman" panose="02020603050405020304" pitchFamily="18" charset="0"/>
                          <a:cs typeface="Times New Roman" panose="02020603050405020304" pitchFamily="18" charset="0"/>
                        </a:rPr>
                        <a:t>CNĐT</a:t>
                      </a:r>
                    </a:p>
                    <a:p>
                      <a:pPr algn="ctr"/>
                      <a:r>
                        <a:rPr lang="en-US" sz="750" dirty="0">
                          <a:solidFill>
                            <a:schemeClr val="tx1"/>
                          </a:solidFill>
                          <a:latin typeface="Times New Roman" panose="02020603050405020304" pitchFamily="18" charset="0"/>
                          <a:cs typeface="Times New Roman" panose="02020603050405020304" pitchFamily="18" charset="0"/>
                        </a:rPr>
                        <a:t>BGH</a:t>
                      </a:r>
                    </a:p>
                    <a:p>
                      <a:pPr marL="0" marR="0" lvl="0" indent="0" algn="ctr" defTabSz="862431" rtl="0" eaLnBrk="1" fontAlgn="auto" latinLnBrk="0" hangingPunct="1">
                        <a:lnSpc>
                          <a:spcPct val="100000"/>
                        </a:lnSpc>
                        <a:spcBef>
                          <a:spcPts val="0"/>
                        </a:spcBef>
                        <a:spcAft>
                          <a:spcPts val="0"/>
                        </a:spcAft>
                        <a:buClrTx/>
                        <a:buSzTx/>
                        <a:buFontTx/>
                        <a:buNone/>
                        <a:tabLst/>
                        <a:defRPr/>
                      </a:pPr>
                      <a:r>
                        <a:rPr lang="en-US" sz="800" dirty="0" err="1">
                          <a:solidFill>
                            <a:schemeClr val="tx1"/>
                          </a:solidFill>
                          <a:latin typeface="Times New Roman" panose="02020603050405020304" pitchFamily="18" charset="0"/>
                          <a:cs typeface="Times New Roman" panose="02020603050405020304" pitchFamily="18" charset="0"/>
                        </a:rPr>
                        <a:t>Cơ</a:t>
                      </a:r>
                      <a:r>
                        <a:rPr lang="en-US" sz="800" dirty="0">
                          <a:solidFill>
                            <a:schemeClr val="tx1"/>
                          </a:solidFill>
                          <a:latin typeface="Times New Roman" panose="02020603050405020304" pitchFamily="18" charset="0"/>
                          <a:cs typeface="Times New Roman" panose="02020603050405020304" pitchFamily="18" charset="0"/>
                        </a:rPr>
                        <a:t> </a:t>
                      </a:r>
                      <a:r>
                        <a:rPr lang="en-US" sz="800" dirty="0" err="1">
                          <a:solidFill>
                            <a:schemeClr val="tx1"/>
                          </a:solidFill>
                          <a:latin typeface="Times New Roman" panose="02020603050405020304" pitchFamily="18" charset="0"/>
                          <a:cs typeface="Times New Roman" panose="02020603050405020304" pitchFamily="18" charset="0"/>
                        </a:rPr>
                        <a:t>quan</a:t>
                      </a:r>
                      <a:r>
                        <a:rPr lang="en-US" sz="800" dirty="0">
                          <a:solidFill>
                            <a:schemeClr val="tx1"/>
                          </a:solidFill>
                          <a:latin typeface="Times New Roman" panose="02020603050405020304" pitchFamily="18" charset="0"/>
                          <a:cs typeface="Times New Roman" panose="02020603050405020304" pitchFamily="18" charset="0"/>
                        </a:rPr>
                        <a:t> </a:t>
                      </a:r>
                      <a:r>
                        <a:rPr lang="en-US" sz="800" dirty="0" err="1">
                          <a:solidFill>
                            <a:schemeClr val="tx1"/>
                          </a:solidFill>
                          <a:latin typeface="Times New Roman" panose="02020603050405020304" pitchFamily="18" charset="0"/>
                          <a:cs typeface="Times New Roman" panose="02020603050405020304" pitchFamily="18" charset="0"/>
                        </a:rPr>
                        <a:t>quản</a:t>
                      </a:r>
                      <a:r>
                        <a:rPr lang="en-US" sz="800" dirty="0">
                          <a:solidFill>
                            <a:schemeClr val="tx1"/>
                          </a:solidFill>
                          <a:latin typeface="Times New Roman" panose="02020603050405020304" pitchFamily="18" charset="0"/>
                          <a:cs typeface="Times New Roman" panose="02020603050405020304" pitchFamily="18" charset="0"/>
                        </a:rPr>
                        <a:t> </a:t>
                      </a:r>
                      <a:r>
                        <a:rPr lang="en-US" sz="800" dirty="0" err="1">
                          <a:solidFill>
                            <a:schemeClr val="tx1"/>
                          </a:solidFill>
                          <a:latin typeface="Times New Roman" panose="02020603050405020304" pitchFamily="18" charset="0"/>
                          <a:cs typeface="Times New Roman" panose="02020603050405020304" pitchFamily="18" charset="0"/>
                        </a:rPr>
                        <a:t>lý</a:t>
                      </a:r>
                      <a:endParaRPr lang="vi-VN" sz="3600" dirty="0"/>
                    </a:p>
                  </a:txBody>
                  <a:tcPr anchor="ctr">
                    <a:lnL w="6350" cap="flat" cmpd="sng" algn="ctr">
                      <a:solidFill>
                        <a:srgbClr val="A20000"/>
                      </a:solidFill>
                      <a:prstDash val="solid"/>
                      <a:round/>
                      <a:headEnd type="none" w="med" len="med"/>
                      <a:tailEnd type="none" w="med" len="med"/>
                    </a:lnL>
                    <a:lnR w="6350" cap="flat" cmpd="sng" algn="ctr">
                      <a:solidFill>
                        <a:srgbClr val="A20000"/>
                      </a:solidFill>
                      <a:prstDash val="solid"/>
                      <a:round/>
                      <a:headEnd type="none" w="med" len="med"/>
                      <a:tailEnd type="none" w="med" len="med"/>
                    </a:lnR>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tc vMerge="1">
                  <a:txBody>
                    <a:bodyPr/>
                    <a:lstStyle/>
                    <a:p>
                      <a:endParaRPr lang="en-US"/>
                    </a:p>
                  </a:txBody>
                  <a:tcPr>
                    <a:lnL w="6350" cap="flat" cmpd="sng" algn="ctr">
                      <a:solidFill>
                        <a:srgbClr val="A20000"/>
                      </a:solidFill>
                      <a:prstDash val="solid"/>
                      <a:round/>
                      <a:headEnd type="none" w="med" len="med"/>
                      <a:tailEnd type="none" w="med" len="med"/>
                    </a:lnL>
                  </a:tcPr>
                </a:tc>
                <a:tc>
                  <a:txBody>
                    <a:bodyPr/>
                    <a:lstStyle/>
                    <a:p>
                      <a:pPr marL="0" marR="0" lvl="0" indent="0" algn="l" defTabSz="457146" rtl="0" eaLnBrk="1" fontAlgn="auto" latinLnBrk="0" hangingPunct="1">
                        <a:lnSpc>
                          <a:spcPct val="100000"/>
                        </a:lnSpc>
                        <a:spcBef>
                          <a:spcPts val="0"/>
                        </a:spcBef>
                        <a:spcAft>
                          <a:spcPts val="0"/>
                        </a:spcAft>
                        <a:buClrTx/>
                        <a:buSzTx/>
                        <a:buFontTx/>
                        <a:buNone/>
                        <a:tabLst/>
                        <a:defRPr/>
                      </a:pPr>
                      <a:endParaRPr lang="vi-VN" sz="750" kern="1200" dirty="0">
                        <a:solidFill>
                          <a:schemeClr val="tx1"/>
                        </a:solidFill>
                        <a:latin typeface="Times New Roman" panose="02020603050405020304" pitchFamily="18" charset="0"/>
                        <a:ea typeface="+mn-ea"/>
                        <a:cs typeface="Times New Roman" panose="02020603050405020304" pitchFamily="18" charset="0"/>
                      </a:endParaRPr>
                    </a:p>
                  </a:txBody>
                  <a:tcPr anchor="ctr">
                    <a:lnL w="12700" cap="flat" cmpd="sng" algn="ctr">
                      <a:solidFill>
                        <a:srgbClr val="A20000"/>
                      </a:solidFill>
                      <a:prstDash val="solid"/>
                      <a:round/>
                      <a:headEnd type="none" w="med" len="med"/>
                      <a:tailEnd type="none" w="med" len="med"/>
                    </a:lnL>
                    <a:lnR w="6350" cap="flat" cmpd="sng" algn="ctr">
                      <a:solidFill>
                        <a:srgbClr val="A20000"/>
                      </a:solidFill>
                      <a:prstDash val="solid"/>
                      <a:round/>
                      <a:headEnd type="none" w="med" len="med"/>
                      <a:tailEnd type="none" w="med" len="med"/>
                    </a:lnR>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tc>
                  <a:txBody>
                    <a:bodyPr/>
                    <a:lstStyle/>
                    <a:p>
                      <a:pPr marL="0" marR="0" lvl="0" indent="0" algn="l" defTabSz="862431" rtl="0" eaLnBrk="1" fontAlgn="auto" latinLnBrk="0" hangingPunct="1">
                        <a:lnSpc>
                          <a:spcPct val="100000"/>
                        </a:lnSpc>
                        <a:spcBef>
                          <a:spcPts val="0"/>
                        </a:spcBef>
                        <a:spcAft>
                          <a:spcPts val="0"/>
                        </a:spcAft>
                        <a:buClrTx/>
                        <a:buSzTx/>
                        <a:buFontTx/>
                        <a:buNone/>
                        <a:tabLst/>
                        <a:defRPr/>
                      </a:pPr>
                      <a:r>
                        <a:rPr lang="en-US" sz="750" kern="12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 BM01/QT.KHCN.04</a:t>
                      </a:r>
                    </a:p>
                    <a:p>
                      <a:pPr marL="0" indent="0" algn="l">
                        <a:buFontTx/>
                        <a:buNone/>
                      </a:pPr>
                      <a:endParaRPr lang="en-US" sz="750" kern="1200" dirty="0">
                        <a:solidFill>
                          <a:schemeClr val="tx1"/>
                        </a:solidFill>
                        <a:latin typeface="Times New Roman" panose="02020603050405020304" pitchFamily="18" charset="0"/>
                        <a:ea typeface="+mn-ea"/>
                        <a:cs typeface="Times New Roman" panose="02020603050405020304" pitchFamily="18" charset="0"/>
                      </a:endParaRPr>
                    </a:p>
                  </a:txBody>
                  <a:tcPr anchor="ctr">
                    <a:lnL w="6350" cap="flat" cmpd="sng" algn="ctr">
                      <a:solidFill>
                        <a:srgbClr val="A20000"/>
                      </a:solidFill>
                      <a:prstDash val="solid"/>
                      <a:round/>
                      <a:headEnd type="none" w="med" len="med"/>
                      <a:tailEnd type="none" w="med" len="med"/>
                    </a:lnL>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extLst>
                  <a:ext uri="{0D108BD9-81ED-4DB2-BD59-A6C34878D82A}">
                    <a16:rowId xmlns:a16="http://schemas.microsoft.com/office/drawing/2014/main" val="3624151737"/>
                  </a:ext>
                </a:extLst>
              </a:tr>
              <a:tr h="846879">
                <a:tc>
                  <a:txBody>
                    <a:bodyPr/>
                    <a:lstStyle/>
                    <a:p>
                      <a:pPr algn="ctr"/>
                      <a:r>
                        <a:rPr lang="vi-VN" sz="750" b="1" dirty="0">
                          <a:solidFill>
                            <a:schemeClr val="bg1"/>
                          </a:solidFill>
                          <a:latin typeface="+mj-lt"/>
                        </a:rPr>
                        <a:t>06</a:t>
                      </a:r>
                      <a:endParaRPr lang="vi-VN" dirty="0"/>
                    </a:p>
                  </a:txBody>
                  <a:tcPr anchor="ctr">
                    <a:lnR w="6350" cap="flat" cmpd="sng" algn="ctr">
                      <a:solidFill>
                        <a:srgbClr val="A20000"/>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rgbClr val="A20000"/>
                    </a:solidFill>
                  </a:tcPr>
                </a:tc>
                <a:tc>
                  <a:txBody>
                    <a:bodyPr/>
                    <a:lstStyle/>
                    <a:p>
                      <a:pPr algn="ctr"/>
                      <a:r>
                        <a:rPr lang="en-US" sz="750" dirty="0">
                          <a:solidFill>
                            <a:schemeClr val="tx1"/>
                          </a:solidFill>
                          <a:latin typeface="+mj-lt"/>
                        </a:rPr>
                        <a:t> </a:t>
                      </a:r>
                      <a:r>
                        <a:rPr lang="en-US" sz="750" dirty="0">
                          <a:solidFill>
                            <a:schemeClr val="tx1"/>
                          </a:solidFill>
                          <a:latin typeface="Times New Roman" panose="02020603050405020304" pitchFamily="18" charset="0"/>
                          <a:cs typeface="Times New Roman" panose="02020603050405020304" pitchFamily="18" charset="0"/>
                        </a:rPr>
                        <a:t>P.KHCN</a:t>
                      </a:r>
                    </a:p>
                    <a:p>
                      <a:pPr algn="ctr"/>
                      <a:r>
                        <a:rPr lang="en-US" sz="750" dirty="0">
                          <a:solidFill>
                            <a:schemeClr val="tx1"/>
                          </a:solidFill>
                          <a:latin typeface="Times New Roman" panose="02020603050405020304" pitchFamily="18" charset="0"/>
                          <a:cs typeface="Times New Roman" panose="02020603050405020304" pitchFamily="18" charset="0"/>
                        </a:rPr>
                        <a:t>CNĐT</a:t>
                      </a:r>
                    </a:p>
                    <a:p>
                      <a:pPr algn="ctr"/>
                      <a:r>
                        <a:rPr lang="en-US" sz="750" dirty="0">
                          <a:solidFill>
                            <a:schemeClr val="tx1"/>
                          </a:solidFill>
                          <a:latin typeface="Times New Roman" panose="02020603050405020304" pitchFamily="18" charset="0"/>
                          <a:cs typeface="Times New Roman" panose="02020603050405020304" pitchFamily="18" charset="0"/>
                        </a:rPr>
                        <a:t>HĐNT</a:t>
                      </a:r>
                    </a:p>
                    <a:p>
                      <a:pPr algn="ctr"/>
                      <a:r>
                        <a:rPr lang="en-US" sz="750" dirty="0">
                          <a:solidFill>
                            <a:schemeClr val="tx1"/>
                          </a:solidFill>
                          <a:latin typeface="Times New Roman" panose="02020603050405020304" pitchFamily="18" charset="0"/>
                          <a:cs typeface="Times New Roman" panose="02020603050405020304" pitchFamily="18" charset="0"/>
                        </a:rPr>
                        <a:t>BGH</a:t>
                      </a:r>
                      <a:endParaRPr lang="vi-VN" dirty="0"/>
                    </a:p>
                  </a:txBody>
                  <a:tcPr anchor="ctr">
                    <a:lnL w="6350" cap="flat" cmpd="sng" algn="ctr">
                      <a:solidFill>
                        <a:srgbClr val="A20000"/>
                      </a:solidFill>
                      <a:prstDash val="solid"/>
                      <a:round/>
                      <a:headEnd type="none" w="med" len="med"/>
                      <a:tailEnd type="none" w="med" len="med"/>
                    </a:lnL>
                    <a:lnR w="6350" cap="flat" cmpd="sng" algn="ctr">
                      <a:solidFill>
                        <a:srgbClr val="A20000"/>
                      </a:solidFill>
                      <a:prstDash val="solid"/>
                      <a:round/>
                      <a:headEnd type="none" w="med" len="med"/>
                      <a:tailEnd type="none" w="med" len="med"/>
                    </a:lnR>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tc vMerge="1">
                  <a:txBody>
                    <a:bodyPr/>
                    <a:lstStyle/>
                    <a:p>
                      <a:endParaRPr lang="en-US"/>
                    </a:p>
                  </a:txBody>
                  <a:tcPr>
                    <a:lnL w="6350" cap="flat" cmpd="sng" algn="ctr">
                      <a:solidFill>
                        <a:srgbClr val="A20000"/>
                      </a:solidFill>
                      <a:prstDash val="solid"/>
                      <a:round/>
                      <a:headEnd type="none" w="med" len="med"/>
                      <a:tailEnd type="none" w="med" len="med"/>
                    </a:lnL>
                  </a:tcPr>
                </a:tc>
                <a:tc>
                  <a:txBody>
                    <a:bodyPr/>
                    <a:lstStyle/>
                    <a:p>
                      <a:pPr marL="0" marR="0" lvl="0" indent="0" algn="l" defTabSz="457146"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CNĐT</a:t>
                      </a:r>
                      <a:r>
                        <a:rPr kumimoji="0" lang="vi-VN"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gửi Đơn đề nghị nghiệm thu cấp cơ sở đến </a:t>
                      </a:r>
                      <a:r>
                        <a:rPr kumimoji="0" lang="en-US"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P.KHCN </a:t>
                      </a:r>
                      <a:r>
                        <a:rPr kumimoji="0" lang="vi-VN"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(cùng với Báo cáo tổng kết, báo cáo tóm tắt đề tài và các sản phẩm). </a:t>
                      </a:r>
                      <a:endParaRPr kumimoji="0" lang="en-US"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457146"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P.KHCN </a:t>
                      </a:r>
                      <a:r>
                        <a:rPr kumimoji="0" lang="vi-VN"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xem xét hồ sơ và tham mưu cho </a:t>
                      </a:r>
                      <a:r>
                        <a:rPr kumimoji="0" lang="en-US"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BGH </a:t>
                      </a:r>
                      <a:r>
                        <a:rPr kumimoji="0" lang="vi-VN"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ra Quyết định thành lập Hội đồng nghiệm thu cấp cơ sở đề tài (theo hướng dẫn tại các văn bản pháp quy của Bộ ngành).</a:t>
                      </a:r>
                    </a:p>
                  </a:txBody>
                  <a:tcPr anchor="ctr">
                    <a:lnL w="12700" cap="flat" cmpd="sng" algn="ctr">
                      <a:solidFill>
                        <a:srgbClr val="A20000"/>
                      </a:solidFill>
                      <a:prstDash val="solid"/>
                      <a:round/>
                      <a:headEnd type="none" w="med" len="med"/>
                      <a:tailEnd type="none" w="med" len="med"/>
                    </a:lnL>
                    <a:lnR w="6350" cap="flat" cmpd="sng" algn="ctr">
                      <a:solidFill>
                        <a:srgbClr val="A20000"/>
                      </a:solidFill>
                      <a:prstDash val="solid"/>
                      <a:round/>
                      <a:headEnd type="none" w="med" len="med"/>
                      <a:tailEnd type="none" w="med" len="med"/>
                    </a:lnR>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tc>
                  <a:txBody>
                    <a:bodyPr/>
                    <a:lstStyle/>
                    <a:p>
                      <a:pPr marL="0" marR="0" lvl="0" indent="0" algn="l" defTabSz="862431" rtl="0" eaLnBrk="1" fontAlgn="auto" latinLnBrk="0" hangingPunct="1">
                        <a:lnSpc>
                          <a:spcPct val="100000"/>
                        </a:lnSpc>
                        <a:spcBef>
                          <a:spcPts val="0"/>
                        </a:spcBef>
                        <a:spcAft>
                          <a:spcPts val="0"/>
                        </a:spcAft>
                        <a:buClrTx/>
                        <a:buSzTx/>
                        <a:buFontTx/>
                        <a:buNone/>
                        <a:tabLst/>
                        <a:defRPr/>
                      </a:pPr>
                      <a:r>
                        <a:rPr lang="en-US" sz="750" kern="12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 BM02/QT.KHCN.04</a:t>
                      </a:r>
                    </a:p>
                    <a:p>
                      <a:pPr marL="0" marR="0" lvl="0" indent="0" algn="l" defTabSz="862431" rtl="0" eaLnBrk="1" fontAlgn="auto" latinLnBrk="0" hangingPunct="1">
                        <a:lnSpc>
                          <a:spcPct val="100000"/>
                        </a:lnSpc>
                        <a:spcBef>
                          <a:spcPts val="0"/>
                        </a:spcBef>
                        <a:spcAft>
                          <a:spcPts val="0"/>
                        </a:spcAft>
                        <a:buClrTx/>
                        <a:buSzTx/>
                        <a:buFontTx/>
                        <a:buNone/>
                        <a:tabLst/>
                        <a:defRPr/>
                      </a:pPr>
                      <a:r>
                        <a:rPr lang="en-US" sz="750" kern="12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 BM03/QT.KHCN.04</a:t>
                      </a:r>
                    </a:p>
                    <a:p>
                      <a:pPr marL="0" marR="0" lvl="0" indent="0" algn="l" defTabSz="862431" rtl="0" eaLnBrk="1" fontAlgn="auto" latinLnBrk="0" hangingPunct="1">
                        <a:lnSpc>
                          <a:spcPct val="100000"/>
                        </a:lnSpc>
                        <a:spcBef>
                          <a:spcPts val="0"/>
                        </a:spcBef>
                        <a:spcAft>
                          <a:spcPts val="0"/>
                        </a:spcAft>
                        <a:buClrTx/>
                        <a:buSzTx/>
                        <a:buFontTx/>
                        <a:buNone/>
                        <a:tabLst/>
                        <a:defRPr/>
                      </a:pPr>
                      <a:r>
                        <a:rPr lang="en-US" sz="750" kern="12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 BM04/QT.KHCN.04</a:t>
                      </a:r>
                    </a:p>
                    <a:p>
                      <a:pPr marL="0" marR="0" lvl="0" indent="0" algn="l" defTabSz="862431" rtl="0" eaLnBrk="1" fontAlgn="auto" latinLnBrk="0" hangingPunct="1">
                        <a:lnSpc>
                          <a:spcPct val="100000"/>
                        </a:lnSpc>
                        <a:spcBef>
                          <a:spcPts val="0"/>
                        </a:spcBef>
                        <a:spcAft>
                          <a:spcPts val="0"/>
                        </a:spcAft>
                        <a:buClrTx/>
                        <a:buSzTx/>
                        <a:buFontTx/>
                        <a:buNone/>
                        <a:tabLst/>
                        <a:defRPr/>
                      </a:pPr>
                      <a:r>
                        <a:rPr lang="en-US" sz="750" kern="1200">
                          <a:solidFill>
                            <a:schemeClr val="tx1"/>
                          </a:solidFill>
                          <a:latin typeface="Times New Roman" panose="02020603050405020304" pitchFamily="18" charset="0"/>
                          <a:ea typeface="Tahoma" panose="020B0604030504040204" pitchFamily="34" charset="0"/>
                          <a:cs typeface="Times New Roman" panose="02020603050405020304" pitchFamily="18" charset="0"/>
                        </a:rPr>
                        <a:t>- BM05/</a:t>
                      </a:r>
                      <a:r>
                        <a:rPr lang="en-US" sz="750" kern="12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QT.KHCN.04</a:t>
                      </a:r>
                    </a:p>
                    <a:p>
                      <a:pPr marL="0" indent="0" algn="l">
                        <a:buFontTx/>
                        <a:buNone/>
                      </a:pPr>
                      <a:endParaRPr lang="en-US" sz="750" kern="1200" dirty="0">
                        <a:solidFill>
                          <a:schemeClr val="tx1"/>
                        </a:solidFill>
                        <a:latin typeface="Times New Roman" panose="02020603050405020304" pitchFamily="18" charset="0"/>
                        <a:ea typeface="+mn-ea"/>
                        <a:cs typeface="Times New Roman" panose="02020603050405020304" pitchFamily="18" charset="0"/>
                      </a:endParaRPr>
                    </a:p>
                  </a:txBody>
                  <a:tcPr anchor="ctr">
                    <a:lnL w="6350" cap="flat" cmpd="sng" algn="ctr">
                      <a:solidFill>
                        <a:srgbClr val="A20000"/>
                      </a:solidFill>
                      <a:prstDash val="solid"/>
                      <a:round/>
                      <a:headEnd type="none" w="med" len="med"/>
                      <a:tailEnd type="none" w="med" len="med"/>
                    </a:lnL>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extLst>
                  <a:ext uri="{0D108BD9-81ED-4DB2-BD59-A6C34878D82A}">
                    <a16:rowId xmlns:a16="http://schemas.microsoft.com/office/drawing/2014/main" val="307335967"/>
                  </a:ext>
                </a:extLst>
              </a:tr>
              <a:tr h="1055030">
                <a:tc>
                  <a:txBody>
                    <a:bodyPr/>
                    <a:lstStyle/>
                    <a:p>
                      <a:pPr algn="ctr"/>
                      <a:r>
                        <a:rPr lang="vi-VN" sz="750" b="1" kern="1200" dirty="0">
                          <a:solidFill>
                            <a:schemeClr val="bg1"/>
                          </a:solidFill>
                          <a:latin typeface="+mj-lt"/>
                          <a:ea typeface="+mn-ea"/>
                          <a:cs typeface="+mn-cs"/>
                        </a:rPr>
                        <a:t>0</a:t>
                      </a:r>
                      <a:r>
                        <a:rPr lang="en-US" sz="750" b="1" kern="1200" dirty="0">
                          <a:solidFill>
                            <a:schemeClr val="bg1"/>
                          </a:solidFill>
                          <a:latin typeface="+mj-lt"/>
                          <a:ea typeface="+mn-ea"/>
                          <a:cs typeface="+mn-cs"/>
                        </a:rPr>
                        <a:t>7</a:t>
                      </a:r>
                      <a:endParaRPr lang="vi-VN" dirty="0"/>
                    </a:p>
                  </a:txBody>
                  <a:tcPr anchor="ctr">
                    <a:lnR w="6350" cap="flat" cmpd="sng" algn="ctr">
                      <a:solidFill>
                        <a:srgbClr val="A20000"/>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rgbClr val="A20000"/>
                    </a:solidFill>
                  </a:tcPr>
                </a:tc>
                <a:tc>
                  <a:txBody>
                    <a:bodyPr/>
                    <a:lstStyle/>
                    <a:p>
                      <a:pPr algn="ctr"/>
                      <a:r>
                        <a:rPr lang="vi-VN" sz="750" kern="1200" dirty="0">
                          <a:solidFill>
                            <a:schemeClr val="tx1"/>
                          </a:solidFill>
                          <a:latin typeface="+mj-lt"/>
                          <a:ea typeface="+mn-ea"/>
                          <a:cs typeface="+mn-cs"/>
                        </a:rPr>
                        <a:t>P.KHCN</a:t>
                      </a:r>
                    </a:p>
                    <a:p>
                      <a:pPr algn="ctr"/>
                      <a:r>
                        <a:rPr lang="vi-VN" sz="750" kern="1200" dirty="0">
                          <a:solidFill>
                            <a:schemeClr val="tx1"/>
                          </a:solidFill>
                          <a:latin typeface="+mj-lt"/>
                          <a:ea typeface="+mn-ea"/>
                          <a:cs typeface="+mn-cs"/>
                        </a:rPr>
                        <a:t>CNĐT</a:t>
                      </a:r>
                      <a:endParaRPr lang="en-US" sz="750" kern="1200" dirty="0">
                        <a:solidFill>
                          <a:schemeClr val="tx1"/>
                        </a:solidFill>
                        <a:latin typeface="+mj-lt"/>
                        <a:ea typeface="+mn-ea"/>
                        <a:cs typeface="+mn-cs"/>
                      </a:endParaRPr>
                    </a:p>
                    <a:p>
                      <a:pPr marL="0" marR="0" lvl="0" indent="0" algn="ctr" defTabSz="862431" rtl="0" eaLnBrk="1" fontAlgn="auto" latinLnBrk="0" hangingPunct="1">
                        <a:lnSpc>
                          <a:spcPct val="100000"/>
                        </a:lnSpc>
                        <a:spcBef>
                          <a:spcPts val="0"/>
                        </a:spcBef>
                        <a:spcAft>
                          <a:spcPts val="0"/>
                        </a:spcAft>
                        <a:buClrTx/>
                        <a:buSzTx/>
                        <a:buFontTx/>
                        <a:buNone/>
                        <a:tabLst/>
                        <a:defRPr/>
                      </a:pPr>
                      <a:r>
                        <a:rPr lang="en-US" sz="750" dirty="0" err="1">
                          <a:solidFill>
                            <a:schemeClr val="tx1"/>
                          </a:solidFill>
                          <a:latin typeface="Times New Roman" panose="02020603050405020304" pitchFamily="18" charset="0"/>
                          <a:cs typeface="Times New Roman" panose="02020603050405020304" pitchFamily="18" charset="0"/>
                        </a:rPr>
                        <a:t>Cơ</a:t>
                      </a:r>
                      <a:r>
                        <a:rPr lang="en-US" sz="750" dirty="0">
                          <a:solidFill>
                            <a:schemeClr val="tx1"/>
                          </a:solidFill>
                          <a:latin typeface="Times New Roman" panose="02020603050405020304" pitchFamily="18" charset="0"/>
                          <a:cs typeface="Times New Roman" panose="02020603050405020304" pitchFamily="18" charset="0"/>
                        </a:rPr>
                        <a:t> </a:t>
                      </a:r>
                      <a:r>
                        <a:rPr lang="en-US" sz="750" dirty="0" err="1">
                          <a:solidFill>
                            <a:schemeClr val="tx1"/>
                          </a:solidFill>
                          <a:latin typeface="Times New Roman" panose="02020603050405020304" pitchFamily="18" charset="0"/>
                          <a:cs typeface="Times New Roman" panose="02020603050405020304" pitchFamily="18" charset="0"/>
                        </a:rPr>
                        <a:t>quan</a:t>
                      </a:r>
                      <a:r>
                        <a:rPr lang="en-US" sz="750" dirty="0">
                          <a:solidFill>
                            <a:schemeClr val="tx1"/>
                          </a:solidFill>
                          <a:latin typeface="Times New Roman" panose="02020603050405020304" pitchFamily="18" charset="0"/>
                          <a:cs typeface="Times New Roman" panose="02020603050405020304" pitchFamily="18" charset="0"/>
                        </a:rPr>
                        <a:t> </a:t>
                      </a:r>
                      <a:r>
                        <a:rPr lang="en-US" sz="750" dirty="0" err="1">
                          <a:solidFill>
                            <a:schemeClr val="tx1"/>
                          </a:solidFill>
                          <a:latin typeface="Times New Roman" panose="02020603050405020304" pitchFamily="18" charset="0"/>
                          <a:cs typeface="Times New Roman" panose="02020603050405020304" pitchFamily="18" charset="0"/>
                        </a:rPr>
                        <a:t>quản</a:t>
                      </a:r>
                      <a:r>
                        <a:rPr lang="en-US" sz="750" dirty="0">
                          <a:solidFill>
                            <a:schemeClr val="tx1"/>
                          </a:solidFill>
                          <a:latin typeface="Times New Roman" panose="02020603050405020304" pitchFamily="18" charset="0"/>
                          <a:cs typeface="Times New Roman" panose="02020603050405020304" pitchFamily="18" charset="0"/>
                        </a:rPr>
                        <a:t> </a:t>
                      </a:r>
                      <a:r>
                        <a:rPr lang="en-US" sz="750" dirty="0" err="1">
                          <a:solidFill>
                            <a:schemeClr val="tx1"/>
                          </a:solidFill>
                          <a:latin typeface="Times New Roman" panose="02020603050405020304" pitchFamily="18" charset="0"/>
                          <a:cs typeface="Times New Roman" panose="02020603050405020304" pitchFamily="18" charset="0"/>
                        </a:rPr>
                        <a:t>lý</a:t>
                      </a:r>
                      <a:endParaRPr lang="vi-VN" sz="750" kern="1200" dirty="0">
                        <a:solidFill>
                          <a:schemeClr val="tx1"/>
                        </a:solidFill>
                        <a:latin typeface="+mj-lt"/>
                        <a:ea typeface="+mn-ea"/>
                        <a:cs typeface="+mn-cs"/>
                      </a:endParaRPr>
                    </a:p>
                    <a:p>
                      <a:pPr algn="ctr"/>
                      <a:r>
                        <a:rPr lang="en-US" sz="750" kern="1200" dirty="0">
                          <a:solidFill>
                            <a:schemeClr val="tx1"/>
                          </a:solidFill>
                          <a:latin typeface="Times New Roman" panose="02020603050405020304" pitchFamily="18" charset="0"/>
                          <a:ea typeface="+mn-ea"/>
                          <a:cs typeface="Times New Roman" panose="02020603050405020304" pitchFamily="18" charset="0"/>
                        </a:rPr>
                        <a:t>P.KT-TC</a:t>
                      </a:r>
                      <a:endParaRPr lang="vi-VN" dirty="0"/>
                    </a:p>
                  </a:txBody>
                  <a:tcPr anchor="ctr">
                    <a:lnL w="6350" cap="flat" cmpd="sng" algn="ctr">
                      <a:solidFill>
                        <a:srgbClr val="A20000"/>
                      </a:solidFill>
                      <a:prstDash val="solid"/>
                      <a:round/>
                      <a:headEnd type="none" w="med" len="med"/>
                      <a:tailEnd type="none" w="med" len="med"/>
                    </a:lnL>
                    <a:lnR w="6350" cap="flat" cmpd="sng" algn="ctr">
                      <a:solidFill>
                        <a:srgbClr val="A20000"/>
                      </a:solidFill>
                      <a:prstDash val="solid"/>
                      <a:round/>
                      <a:headEnd type="none" w="med" len="med"/>
                      <a:tailEnd type="none" w="med" len="med"/>
                    </a:lnR>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tc vMerge="1">
                  <a:txBody>
                    <a:bodyPr/>
                    <a:lstStyle/>
                    <a:p>
                      <a:endParaRPr lang="en-US"/>
                    </a:p>
                  </a:txBody>
                  <a:tcPr/>
                </a:tc>
                <a:tc>
                  <a:txBody>
                    <a:bodyPr/>
                    <a:lstStyle/>
                    <a:p>
                      <a:pPr marL="0" marR="0" lvl="0" indent="0" algn="l" defTabSz="457146"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P.KHCN </a:t>
                      </a:r>
                      <a:r>
                        <a:rPr kumimoji="0" lang="vi-VN"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hỗ trợ </a:t>
                      </a:r>
                      <a:r>
                        <a:rPr kumimoji="0" lang="en-US"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CNĐT </a:t>
                      </a:r>
                      <a:r>
                        <a:rPr kumimoji="0" lang="vi-VN"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lập hồ sơ đề nghị nghiệm thu cấp </a:t>
                      </a:r>
                      <a:r>
                        <a:rPr kumimoji="0" lang="en-US" sz="75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Tỉnh</a:t>
                      </a:r>
                      <a:r>
                        <a:rPr kumimoji="0" lang="en-US"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Bộ/ Nhà nước theo hướng dẫn tại các văn bản pháp quy của Bộ ngành, xem xét, trình </a:t>
                      </a:r>
                      <a:r>
                        <a:rPr kumimoji="0" lang="en-US"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BGH </a:t>
                      </a:r>
                      <a:r>
                        <a:rPr kumimoji="0" lang="vi-VN"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phê duyệt.</a:t>
                      </a:r>
                    </a:p>
                    <a:p>
                      <a:pPr marL="0" marR="0" lvl="0" indent="0" algn="l" defTabSz="457146" rtl="0" eaLnBrk="1" fontAlgn="auto" latinLnBrk="0" hangingPunct="1">
                        <a:lnSpc>
                          <a:spcPct val="100000"/>
                        </a:lnSpc>
                        <a:spcBef>
                          <a:spcPts val="0"/>
                        </a:spcBef>
                        <a:spcAft>
                          <a:spcPts val="0"/>
                        </a:spcAft>
                        <a:buClrTx/>
                        <a:buSzTx/>
                        <a:buFontTx/>
                        <a:buNone/>
                        <a:tabLst/>
                        <a:defRPr/>
                      </a:pPr>
                      <a:endParaRPr lang="vi-VN" sz="750" kern="1200" dirty="0">
                        <a:solidFill>
                          <a:schemeClr val="tx1"/>
                        </a:solidFill>
                        <a:latin typeface="Times New Roman" panose="02020603050405020304" pitchFamily="18" charset="0"/>
                        <a:ea typeface="+mn-ea"/>
                        <a:cs typeface="Times New Roman" panose="02020603050405020304" pitchFamily="18" charset="0"/>
                      </a:endParaRPr>
                    </a:p>
                  </a:txBody>
                  <a:tcPr anchor="ctr">
                    <a:lnL w="12700" cap="flat" cmpd="sng" algn="ctr">
                      <a:solidFill>
                        <a:srgbClr val="A20000"/>
                      </a:solidFill>
                      <a:prstDash val="solid"/>
                      <a:round/>
                      <a:headEnd type="none" w="med" len="med"/>
                      <a:tailEnd type="none" w="med" len="med"/>
                    </a:lnL>
                    <a:lnR w="6350" cap="flat" cmpd="sng" algn="ctr">
                      <a:solidFill>
                        <a:srgbClr val="A20000"/>
                      </a:solidFill>
                      <a:prstDash val="solid"/>
                      <a:round/>
                      <a:headEnd type="none" w="med" len="med"/>
                      <a:tailEnd type="none" w="med" len="med"/>
                    </a:lnR>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tc>
                  <a:txBody>
                    <a:bodyPr/>
                    <a:lstStyle/>
                    <a:p>
                      <a:pPr marL="0" indent="0" algn="l">
                        <a:buFontTx/>
                        <a:buNone/>
                      </a:pPr>
                      <a:endParaRPr lang="en-US" sz="750" kern="1200" dirty="0">
                        <a:solidFill>
                          <a:schemeClr val="tx1"/>
                        </a:solidFill>
                        <a:latin typeface="Times New Roman" panose="02020603050405020304" pitchFamily="18" charset="0"/>
                        <a:ea typeface="+mn-ea"/>
                        <a:cs typeface="Times New Roman" panose="02020603050405020304" pitchFamily="18" charset="0"/>
                      </a:endParaRPr>
                    </a:p>
                  </a:txBody>
                  <a:tcPr anchor="ctr">
                    <a:lnL w="6350" cap="flat" cmpd="sng" algn="ctr">
                      <a:solidFill>
                        <a:srgbClr val="A20000"/>
                      </a:solidFill>
                      <a:prstDash val="solid"/>
                      <a:round/>
                      <a:headEnd type="none" w="med" len="med"/>
                      <a:tailEnd type="none" w="med" len="med"/>
                    </a:lnL>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extLst>
                  <a:ext uri="{0D108BD9-81ED-4DB2-BD59-A6C34878D82A}">
                    <a16:rowId xmlns:a16="http://schemas.microsoft.com/office/drawing/2014/main" val="3759064637"/>
                  </a:ext>
                </a:extLst>
              </a:tr>
              <a:tr h="1335497">
                <a:tc>
                  <a:txBody>
                    <a:bodyPr/>
                    <a:lstStyle/>
                    <a:p>
                      <a:pPr marL="0" algn="ctr" defTabSz="862431" rtl="0" eaLnBrk="1" latinLnBrk="0" hangingPunct="1"/>
                      <a:r>
                        <a:rPr lang="en-US" sz="750" b="1" kern="1200" dirty="0">
                          <a:solidFill>
                            <a:schemeClr val="bg1"/>
                          </a:solidFill>
                          <a:latin typeface="Times New Roman" panose="02020603050405020304" pitchFamily="18" charset="0"/>
                          <a:ea typeface="+mn-ea"/>
                          <a:cs typeface="Times New Roman" panose="02020603050405020304" pitchFamily="18" charset="0"/>
                        </a:rPr>
                        <a:t>08</a:t>
                      </a:r>
                      <a:endParaRPr lang="vi-VN" sz="750" b="1" kern="1200" dirty="0">
                        <a:solidFill>
                          <a:schemeClr val="bg1"/>
                        </a:solidFill>
                        <a:latin typeface="Times New Roman" panose="02020603050405020304" pitchFamily="18" charset="0"/>
                        <a:ea typeface="+mn-ea"/>
                        <a:cs typeface="Times New Roman" panose="02020603050405020304" pitchFamily="18" charset="0"/>
                      </a:endParaRPr>
                    </a:p>
                  </a:txBody>
                  <a:tcPr anchor="ctr">
                    <a:lnR w="6350" cap="flat" cmpd="sng" algn="ctr">
                      <a:solidFill>
                        <a:srgbClr val="A20000"/>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rgbClr val="A20000"/>
                    </a:solidFill>
                  </a:tcPr>
                </a:tc>
                <a:tc>
                  <a:txBody>
                    <a:bodyPr/>
                    <a:lstStyle/>
                    <a:p>
                      <a:pPr algn="ctr"/>
                      <a:r>
                        <a:rPr lang="en-US" sz="800" dirty="0">
                          <a:solidFill>
                            <a:schemeClr val="tx1"/>
                          </a:solidFill>
                          <a:latin typeface="Times New Roman" panose="02020603050405020304" pitchFamily="18" charset="0"/>
                          <a:cs typeface="Times New Roman" panose="02020603050405020304" pitchFamily="18" charset="0"/>
                        </a:rPr>
                        <a:t>P.KHCN</a:t>
                      </a:r>
                    </a:p>
                    <a:p>
                      <a:pPr algn="ctr"/>
                      <a:r>
                        <a:rPr lang="en-US" sz="800" dirty="0">
                          <a:solidFill>
                            <a:schemeClr val="tx1"/>
                          </a:solidFill>
                          <a:latin typeface="Times New Roman" panose="02020603050405020304" pitchFamily="18" charset="0"/>
                          <a:cs typeface="Times New Roman" panose="02020603050405020304" pitchFamily="18" charset="0"/>
                        </a:rPr>
                        <a:t>CNĐT</a:t>
                      </a:r>
                    </a:p>
                    <a:p>
                      <a:pPr marL="0" marR="0" lvl="0" indent="0" algn="ctr" defTabSz="862431" rtl="0" eaLnBrk="1" fontAlgn="auto" latinLnBrk="0" hangingPunct="1">
                        <a:lnSpc>
                          <a:spcPct val="100000"/>
                        </a:lnSpc>
                        <a:spcBef>
                          <a:spcPts val="0"/>
                        </a:spcBef>
                        <a:spcAft>
                          <a:spcPts val="0"/>
                        </a:spcAft>
                        <a:buClrTx/>
                        <a:buSzTx/>
                        <a:buFontTx/>
                        <a:buNone/>
                        <a:tabLst/>
                        <a:defRPr/>
                      </a:pPr>
                      <a:r>
                        <a:rPr lang="en-US" sz="800" kern="1200" dirty="0">
                          <a:solidFill>
                            <a:schemeClr val="tx1"/>
                          </a:solidFill>
                          <a:latin typeface="Times New Roman" panose="02020603050405020304" pitchFamily="18" charset="0"/>
                          <a:ea typeface="+mn-ea"/>
                          <a:cs typeface="Times New Roman" panose="02020603050405020304" pitchFamily="18" charset="0"/>
                        </a:rPr>
                        <a:t>P.KT-TC</a:t>
                      </a:r>
                      <a:endParaRPr lang="vi-VN" sz="1400" dirty="0"/>
                    </a:p>
                    <a:p>
                      <a:pPr algn="ctr"/>
                      <a:endParaRPr lang="vi-VN" sz="1300" dirty="0">
                        <a:latin typeface="+mj-lt"/>
                      </a:endParaRPr>
                    </a:p>
                  </a:txBody>
                  <a:tcPr anchor="ctr">
                    <a:lnL w="6350" cap="flat" cmpd="sng" algn="ctr">
                      <a:solidFill>
                        <a:srgbClr val="A20000"/>
                      </a:solidFill>
                      <a:prstDash val="solid"/>
                      <a:round/>
                      <a:headEnd type="none" w="med" len="med"/>
                      <a:tailEnd type="none" w="med" len="med"/>
                    </a:lnL>
                    <a:lnR w="6350" cap="flat" cmpd="sng" algn="ctr">
                      <a:solidFill>
                        <a:srgbClr val="A20000"/>
                      </a:solidFill>
                      <a:prstDash val="solid"/>
                      <a:round/>
                      <a:headEnd type="none" w="med" len="med"/>
                      <a:tailEnd type="none" w="med" len="med"/>
                    </a:lnR>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tc vMerge="1">
                  <a:txBody>
                    <a:bodyPr/>
                    <a:lstStyle/>
                    <a:p>
                      <a:endParaRPr lang="vi-VN" sz="750" dirty="0">
                        <a:solidFill>
                          <a:schemeClr val="tx1"/>
                        </a:solidFill>
                        <a:latin typeface="+mj-lt"/>
                      </a:endParaRPr>
                    </a:p>
                  </a:txBody>
                  <a:tcPr anchor="ctr">
                    <a:lnL w="6350" cap="flat" cmpd="sng" algn="ctr">
                      <a:solidFill>
                        <a:srgbClr val="A2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3175" cap="flat" cmpd="sng" algn="ctr">
                      <a:solidFill>
                        <a:schemeClr val="tx1"/>
                      </a:solidFill>
                      <a:prstDash val="solid"/>
                      <a:round/>
                      <a:headEnd type="none" w="med" len="med"/>
                      <a:tailEnd type="none" w="med" len="med"/>
                    </a:lnT>
                    <a:solidFill>
                      <a:srgbClr val="F9F3FF"/>
                    </a:solidFill>
                  </a:tcPr>
                </a:tc>
                <a:tc>
                  <a:txBody>
                    <a:bodyPr/>
                    <a:lstStyle/>
                    <a:p>
                      <a:pPr marL="0" marR="0" lvl="0" indent="0" algn="l" defTabSz="457146"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CNĐT </a:t>
                      </a:r>
                      <a:r>
                        <a:rPr kumimoji="0" lang="vi-VN"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chỉnh sửa báo cáo tổng kết đề tài và hoàn chỉnh các sản phẩm của đề tài. Gửi 01 bản sao quyết định công nhận kết quả, biên bản nghiệm thu chính thức </a:t>
                      </a:r>
                      <a:r>
                        <a:rPr kumimoji="0" lang="en-US"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P.KHCN</a:t>
                      </a:r>
                      <a:r>
                        <a:rPr kumimoji="0" lang="vi-VN" sz="75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lưu để quản lý</a:t>
                      </a:r>
                      <a:endParaRPr kumimoji="0" lang="vi-VN"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lnL w="12700" cap="flat" cmpd="sng" algn="ctr">
                      <a:solidFill>
                        <a:srgbClr val="A20000"/>
                      </a:solidFill>
                      <a:prstDash val="solid"/>
                      <a:round/>
                      <a:headEnd type="none" w="med" len="med"/>
                      <a:tailEnd type="none" w="med" len="med"/>
                    </a:lnL>
                    <a:lnR w="6350" cap="flat" cmpd="sng" algn="ctr">
                      <a:solidFill>
                        <a:srgbClr val="A20000"/>
                      </a:solidFill>
                      <a:prstDash val="solid"/>
                      <a:round/>
                      <a:headEnd type="none" w="med" len="med"/>
                      <a:tailEnd type="none" w="med" len="med"/>
                    </a:lnR>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tc>
                  <a:txBody>
                    <a:bodyPr/>
                    <a:lstStyle/>
                    <a:p>
                      <a:pPr marL="0" marR="0" lvl="0" indent="0" algn="l" defTabSz="862431"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75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Toàn</a:t>
                      </a:r>
                      <a:r>
                        <a:rPr kumimoji="0" lang="en-US"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75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bộ</a:t>
                      </a:r>
                      <a:r>
                        <a:rPr kumimoji="0" lang="en-US"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75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hồ</a:t>
                      </a:r>
                      <a:r>
                        <a:rPr kumimoji="0" lang="en-US"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75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sơ</a:t>
                      </a:r>
                      <a:endParaRPr kumimoji="0" lang="en-US" sz="75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lnL w="6350" cap="flat" cmpd="sng" algn="ctr">
                      <a:solidFill>
                        <a:srgbClr val="A20000"/>
                      </a:solidFill>
                      <a:prstDash val="solid"/>
                      <a:round/>
                      <a:headEnd type="none" w="med" len="med"/>
                      <a:tailEnd type="none" w="med" len="med"/>
                    </a:lnL>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rgbClr val="F9F3FF"/>
                    </a:solidFill>
                  </a:tcPr>
                </a:tc>
                <a:extLst>
                  <a:ext uri="{0D108BD9-81ED-4DB2-BD59-A6C34878D82A}">
                    <a16:rowId xmlns:a16="http://schemas.microsoft.com/office/drawing/2014/main" val="833670762"/>
                  </a:ext>
                </a:extLst>
              </a:tr>
            </a:tbl>
          </a:graphicData>
        </a:graphic>
      </p:graphicFrame>
      <p:sp>
        <p:nvSpPr>
          <p:cNvPr id="72" name="Rectangle: Rounded Corners 71">
            <a:extLst>
              <a:ext uri="{FF2B5EF4-FFF2-40B4-BE49-F238E27FC236}">
                <a16:creationId xmlns:a16="http://schemas.microsoft.com/office/drawing/2014/main" id="{71E22957-FA05-6DF1-5C9A-31A1F5DEBD61}"/>
              </a:ext>
            </a:extLst>
          </p:cNvPr>
          <p:cNvSpPr/>
          <p:nvPr/>
        </p:nvSpPr>
        <p:spPr>
          <a:xfrm>
            <a:off x="1693865" y="739618"/>
            <a:ext cx="1038225" cy="3524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err="1">
                <a:latin typeface="Times New Roman" panose="02020603050405020304" pitchFamily="18" charset="0"/>
                <a:cs typeface="Times New Roman" panose="02020603050405020304" pitchFamily="18" charset="0"/>
              </a:rPr>
              <a:t>Triển</a:t>
            </a:r>
            <a:r>
              <a:rPr lang="en-US" sz="800" b="1" dirty="0">
                <a:latin typeface="Times New Roman" panose="02020603050405020304" pitchFamily="18" charset="0"/>
                <a:cs typeface="Times New Roman" panose="02020603050405020304" pitchFamily="18" charset="0"/>
              </a:rPr>
              <a:t> </a:t>
            </a:r>
            <a:r>
              <a:rPr lang="en-US" sz="800" b="1" dirty="0" err="1">
                <a:latin typeface="Times New Roman" panose="02020603050405020304" pitchFamily="18" charset="0"/>
                <a:cs typeface="Times New Roman" panose="02020603050405020304" pitchFamily="18" charset="0"/>
              </a:rPr>
              <a:t>khai</a:t>
            </a:r>
            <a:r>
              <a:rPr lang="en-US" sz="800" b="1" dirty="0">
                <a:latin typeface="Times New Roman" panose="02020603050405020304" pitchFamily="18" charset="0"/>
                <a:cs typeface="Times New Roman" panose="02020603050405020304" pitchFamily="18" charset="0"/>
              </a:rPr>
              <a:t>, </a:t>
            </a:r>
            <a:r>
              <a:rPr lang="en-US" sz="800" b="1" dirty="0" err="1">
                <a:latin typeface="Times New Roman" panose="02020603050405020304" pitchFamily="18" charset="0"/>
                <a:cs typeface="Times New Roman" panose="02020603050405020304" pitchFamily="18" charset="0"/>
              </a:rPr>
              <a:t>tổng</a:t>
            </a:r>
            <a:r>
              <a:rPr lang="en-US" sz="800" b="1" dirty="0">
                <a:latin typeface="Times New Roman" panose="02020603050405020304" pitchFamily="18" charset="0"/>
                <a:cs typeface="Times New Roman" panose="02020603050405020304" pitchFamily="18" charset="0"/>
              </a:rPr>
              <a:t> </a:t>
            </a:r>
            <a:r>
              <a:rPr lang="en-US" sz="800" b="1" dirty="0" err="1">
                <a:latin typeface="Times New Roman" panose="02020603050405020304" pitchFamily="18" charset="0"/>
                <a:cs typeface="Times New Roman" panose="02020603050405020304" pitchFamily="18" charset="0"/>
              </a:rPr>
              <a:t>hợp</a:t>
            </a:r>
            <a:r>
              <a:rPr lang="en-US" sz="800" b="1" dirty="0">
                <a:latin typeface="Times New Roman" panose="02020603050405020304" pitchFamily="18" charset="0"/>
                <a:cs typeface="Times New Roman" panose="02020603050405020304" pitchFamily="18" charset="0"/>
              </a:rPr>
              <a:t> </a:t>
            </a:r>
            <a:r>
              <a:rPr lang="en-US" sz="800" b="1" dirty="0" err="1">
                <a:latin typeface="Times New Roman" panose="02020603050405020304" pitchFamily="18" charset="0"/>
                <a:cs typeface="Times New Roman" panose="02020603050405020304" pitchFamily="18" charset="0"/>
              </a:rPr>
              <a:t>hồ</a:t>
            </a:r>
            <a:r>
              <a:rPr lang="en-US" sz="800" b="1" dirty="0">
                <a:latin typeface="Times New Roman" panose="02020603050405020304" pitchFamily="18" charset="0"/>
                <a:cs typeface="Times New Roman" panose="02020603050405020304" pitchFamily="18" charset="0"/>
              </a:rPr>
              <a:t> </a:t>
            </a:r>
            <a:r>
              <a:rPr lang="en-US" sz="800" b="1" dirty="0" err="1">
                <a:latin typeface="Times New Roman" panose="02020603050405020304" pitchFamily="18" charset="0"/>
                <a:cs typeface="Times New Roman" panose="02020603050405020304" pitchFamily="18" charset="0"/>
              </a:rPr>
              <a:t>sơ</a:t>
            </a:r>
            <a:endParaRPr lang="vi-VN" sz="900" b="1" kern="1200" dirty="0">
              <a:solidFill>
                <a:schemeClr val="lt1"/>
              </a:solidFill>
              <a:effectLst/>
              <a:latin typeface="Times New Roman" panose="02020603050405020304" pitchFamily="18" charset="0"/>
              <a:ea typeface="+mn-ea"/>
              <a:cs typeface="Times New Roman" panose="02020603050405020304" pitchFamily="18" charset="0"/>
            </a:endParaRPr>
          </a:p>
        </p:txBody>
      </p:sp>
      <p:sp>
        <p:nvSpPr>
          <p:cNvPr id="74" name="Flowchart: Decision 73">
            <a:extLst>
              <a:ext uri="{FF2B5EF4-FFF2-40B4-BE49-F238E27FC236}">
                <a16:creationId xmlns:a16="http://schemas.microsoft.com/office/drawing/2014/main" id="{68522C7D-F87A-8440-8321-7DEC0756F147}"/>
              </a:ext>
            </a:extLst>
          </p:cNvPr>
          <p:cNvSpPr/>
          <p:nvPr/>
        </p:nvSpPr>
        <p:spPr>
          <a:xfrm>
            <a:off x="1428648" y="1479578"/>
            <a:ext cx="1555132" cy="824783"/>
          </a:xfrm>
          <a:prstGeom prst="flowChartDecision">
            <a:avLst/>
          </a:prstGeom>
          <a:solidFill>
            <a:srgbClr val="A2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900" b="1" kern="1200" dirty="0" err="1">
                <a:solidFill>
                  <a:schemeClr val="lt1"/>
                </a:solidFill>
                <a:effectLst/>
                <a:latin typeface="Times New Roman" panose="02020603050405020304" pitchFamily="18" charset="0"/>
                <a:ea typeface="+mn-ea"/>
                <a:cs typeface="Times New Roman" panose="02020603050405020304" pitchFamily="18" charset="0"/>
              </a:rPr>
              <a:t>Gửi</a:t>
            </a:r>
            <a:r>
              <a:rPr lang="en-US" sz="900" b="1" kern="1200" dirty="0">
                <a:solidFill>
                  <a:schemeClr val="lt1"/>
                </a:solidFill>
                <a:effectLst/>
                <a:latin typeface="Times New Roman" panose="02020603050405020304" pitchFamily="18" charset="0"/>
                <a:ea typeface="+mn-ea"/>
                <a:cs typeface="Times New Roman" panose="02020603050405020304" pitchFamily="18" charset="0"/>
              </a:rPr>
              <a:t> </a:t>
            </a:r>
            <a:r>
              <a:rPr lang="en-US" sz="900" b="1" kern="1200" dirty="0" err="1">
                <a:solidFill>
                  <a:schemeClr val="lt1"/>
                </a:solidFill>
                <a:effectLst/>
                <a:latin typeface="Times New Roman" panose="02020603050405020304" pitchFamily="18" charset="0"/>
                <a:ea typeface="+mn-ea"/>
                <a:cs typeface="Times New Roman" panose="02020603050405020304" pitchFamily="18" charset="0"/>
              </a:rPr>
              <a:t>đề</a:t>
            </a:r>
            <a:r>
              <a:rPr lang="en-US" sz="900" b="1" kern="1200" dirty="0">
                <a:solidFill>
                  <a:schemeClr val="lt1"/>
                </a:solidFill>
                <a:effectLst/>
                <a:latin typeface="Times New Roman" panose="02020603050405020304" pitchFamily="18" charset="0"/>
                <a:ea typeface="+mn-ea"/>
                <a:cs typeface="Times New Roman" panose="02020603050405020304" pitchFamily="18" charset="0"/>
              </a:rPr>
              <a:t> </a:t>
            </a:r>
            <a:r>
              <a:rPr lang="en-US" sz="900" b="1" kern="1200" dirty="0" err="1">
                <a:solidFill>
                  <a:schemeClr val="lt1"/>
                </a:solidFill>
                <a:effectLst/>
                <a:latin typeface="Times New Roman" panose="02020603050405020304" pitchFamily="18" charset="0"/>
                <a:ea typeface="+mn-ea"/>
                <a:cs typeface="Times New Roman" panose="02020603050405020304" pitchFamily="18" charset="0"/>
              </a:rPr>
              <a:t>xuất</a:t>
            </a:r>
            <a:r>
              <a:rPr lang="en-US" sz="900" b="1" kern="1200" dirty="0">
                <a:solidFill>
                  <a:schemeClr val="lt1"/>
                </a:solidFill>
                <a:effectLst/>
                <a:latin typeface="Times New Roman" panose="02020603050405020304" pitchFamily="18" charset="0"/>
                <a:ea typeface="+mn-ea"/>
                <a:cs typeface="Times New Roman" panose="02020603050405020304" pitchFamily="18" charset="0"/>
              </a:rPr>
              <a:t> </a:t>
            </a:r>
            <a:r>
              <a:rPr lang="en-US" sz="900" b="1" kern="1200" dirty="0" err="1">
                <a:solidFill>
                  <a:schemeClr val="lt1"/>
                </a:solidFill>
                <a:effectLst/>
                <a:latin typeface="Times New Roman" panose="02020603050405020304" pitchFamily="18" charset="0"/>
                <a:ea typeface="+mn-ea"/>
                <a:cs typeface="Times New Roman" panose="02020603050405020304" pitchFamily="18" charset="0"/>
              </a:rPr>
              <a:t>lên</a:t>
            </a:r>
            <a:r>
              <a:rPr lang="en-US" sz="900" b="1" kern="1200" dirty="0">
                <a:solidFill>
                  <a:schemeClr val="lt1"/>
                </a:solidFill>
                <a:effectLst/>
                <a:latin typeface="Times New Roman" panose="02020603050405020304" pitchFamily="18" charset="0"/>
                <a:ea typeface="+mn-ea"/>
                <a:cs typeface="Times New Roman" panose="02020603050405020304" pitchFamily="18" charset="0"/>
              </a:rPr>
              <a:t> </a:t>
            </a:r>
            <a:r>
              <a:rPr lang="en-US" sz="900" b="1" kern="1200" dirty="0" err="1">
                <a:solidFill>
                  <a:schemeClr val="lt1"/>
                </a:solidFill>
                <a:effectLst/>
                <a:latin typeface="Times New Roman" panose="02020603050405020304" pitchFamily="18" charset="0"/>
                <a:ea typeface="+mn-ea"/>
                <a:cs typeface="Times New Roman" panose="02020603050405020304" pitchFamily="18" charset="0"/>
              </a:rPr>
              <a:t>cấp</a:t>
            </a:r>
            <a:r>
              <a:rPr lang="en-US" sz="900" b="1" kern="1200" dirty="0">
                <a:solidFill>
                  <a:schemeClr val="lt1"/>
                </a:solidFill>
                <a:effectLst/>
                <a:latin typeface="Times New Roman" panose="02020603050405020304" pitchFamily="18" charset="0"/>
                <a:ea typeface="+mn-ea"/>
                <a:cs typeface="Times New Roman" panose="02020603050405020304" pitchFamily="18" charset="0"/>
              </a:rPr>
              <a:t> </a:t>
            </a:r>
            <a:r>
              <a:rPr lang="en-US" sz="900" b="1" kern="1200" dirty="0" err="1">
                <a:solidFill>
                  <a:schemeClr val="lt1"/>
                </a:solidFill>
                <a:effectLst/>
                <a:latin typeface="Times New Roman" panose="02020603050405020304" pitchFamily="18" charset="0"/>
                <a:ea typeface="+mn-ea"/>
                <a:cs typeface="Times New Roman" panose="02020603050405020304" pitchFamily="18" charset="0"/>
              </a:rPr>
              <a:t>tương</a:t>
            </a:r>
            <a:r>
              <a:rPr lang="en-US" sz="900" b="1" kern="1200" dirty="0">
                <a:solidFill>
                  <a:schemeClr val="lt1"/>
                </a:solidFill>
                <a:effectLst/>
                <a:latin typeface="Times New Roman" panose="02020603050405020304" pitchFamily="18" charset="0"/>
                <a:ea typeface="+mn-ea"/>
                <a:cs typeface="Times New Roman" panose="02020603050405020304" pitchFamily="18" charset="0"/>
              </a:rPr>
              <a:t> </a:t>
            </a:r>
            <a:r>
              <a:rPr lang="en-US" sz="900" b="1" kern="1200" dirty="0" err="1">
                <a:solidFill>
                  <a:schemeClr val="lt1"/>
                </a:solidFill>
                <a:effectLst/>
                <a:latin typeface="Times New Roman" panose="02020603050405020304" pitchFamily="18" charset="0"/>
                <a:ea typeface="+mn-ea"/>
                <a:cs typeface="Times New Roman" panose="02020603050405020304" pitchFamily="18" charset="0"/>
              </a:rPr>
              <a:t>ứng</a:t>
            </a:r>
            <a:endParaRPr lang="vi-VN" sz="900" b="1" kern="1200" dirty="0">
              <a:solidFill>
                <a:schemeClr val="lt1"/>
              </a:solidFill>
              <a:effectLst/>
              <a:latin typeface="Times New Roman" panose="02020603050405020304" pitchFamily="18" charset="0"/>
              <a:ea typeface="+mn-ea"/>
              <a:cs typeface="Times New Roman" panose="02020603050405020304" pitchFamily="18" charset="0"/>
            </a:endParaRPr>
          </a:p>
        </p:txBody>
      </p:sp>
      <p:sp>
        <p:nvSpPr>
          <p:cNvPr id="76" name="Rectangle 75">
            <a:extLst>
              <a:ext uri="{FF2B5EF4-FFF2-40B4-BE49-F238E27FC236}">
                <a16:creationId xmlns:a16="http://schemas.microsoft.com/office/drawing/2014/main" id="{6FF433C6-1352-F184-8E33-E3071A8330A6}"/>
              </a:ext>
            </a:extLst>
          </p:cNvPr>
          <p:cNvSpPr/>
          <p:nvPr/>
        </p:nvSpPr>
        <p:spPr>
          <a:xfrm>
            <a:off x="1681356" y="3902696"/>
            <a:ext cx="1104463" cy="458064"/>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vi-VN" sz="900" b="1" kern="1200">
                <a:solidFill>
                  <a:schemeClr val="tx1"/>
                </a:solidFill>
                <a:effectLst/>
                <a:latin typeface="Times New Roman" panose="02020603050405020304" pitchFamily="18" charset="0"/>
                <a:ea typeface="+mn-ea"/>
                <a:cs typeface="Times New Roman" panose="02020603050405020304" pitchFamily="18" charset="0"/>
              </a:rPr>
              <a:t>Theo dõi thực </a:t>
            </a:r>
            <a:r>
              <a:rPr lang="vi-VN" sz="900" b="1" kern="1200" dirty="0">
                <a:solidFill>
                  <a:schemeClr val="tx1"/>
                </a:solidFill>
                <a:effectLst/>
                <a:latin typeface="Times New Roman" panose="02020603050405020304" pitchFamily="18" charset="0"/>
                <a:ea typeface="+mn-ea"/>
                <a:cs typeface="Times New Roman" panose="02020603050405020304" pitchFamily="18" charset="0"/>
              </a:rPr>
              <a:t>hiện đề tài</a:t>
            </a:r>
          </a:p>
        </p:txBody>
      </p:sp>
      <p:sp>
        <p:nvSpPr>
          <p:cNvPr id="79" name="Rectangle: Rounded Corners 78">
            <a:extLst>
              <a:ext uri="{FF2B5EF4-FFF2-40B4-BE49-F238E27FC236}">
                <a16:creationId xmlns:a16="http://schemas.microsoft.com/office/drawing/2014/main" id="{F42A629C-0FCB-620E-D31F-F2F012FEFA7F}"/>
              </a:ext>
            </a:extLst>
          </p:cNvPr>
          <p:cNvSpPr/>
          <p:nvPr/>
        </p:nvSpPr>
        <p:spPr>
          <a:xfrm rot="16200000">
            <a:off x="1048735" y="4570692"/>
            <a:ext cx="686504" cy="254879"/>
          </a:xfrm>
          <a:prstGeom prst="roundRect">
            <a:avLst/>
          </a:prstGeom>
          <a:solidFill>
            <a:srgbClr val="A2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kern="1200" dirty="0" err="1">
                <a:solidFill>
                  <a:schemeClr val="lt1"/>
                </a:solidFill>
                <a:effectLst/>
                <a:latin typeface="Times New Roman" panose="02020603050405020304" pitchFamily="18" charset="0"/>
                <a:ea typeface="+mn-ea"/>
                <a:cs typeface="Times New Roman" panose="02020603050405020304" pitchFamily="18" charset="0"/>
              </a:rPr>
              <a:t>Xử</a:t>
            </a:r>
            <a:r>
              <a:rPr lang="en-US" sz="800" b="1" kern="1200" dirty="0">
                <a:solidFill>
                  <a:schemeClr val="lt1"/>
                </a:solidFill>
                <a:effectLst/>
                <a:latin typeface="Times New Roman" panose="02020603050405020304" pitchFamily="18" charset="0"/>
                <a:ea typeface="+mn-ea"/>
                <a:cs typeface="Times New Roman" panose="02020603050405020304" pitchFamily="18" charset="0"/>
              </a:rPr>
              <a:t> </a:t>
            </a:r>
            <a:r>
              <a:rPr lang="en-US" sz="800" b="1" kern="1200" dirty="0" err="1">
                <a:solidFill>
                  <a:schemeClr val="lt1"/>
                </a:solidFill>
                <a:effectLst/>
                <a:latin typeface="Times New Roman" panose="02020603050405020304" pitchFamily="18" charset="0"/>
                <a:ea typeface="+mn-ea"/>
                <a:cs typeface="Times New Roman" panose="02020603050405020304" pitchFamily="18" charset="0"/>
              </a:rPr>
              <a:t>lý</a:t>
            </a:r>
            <a:r>
              <a:rPr lang="en-US" sz="800" b="1" kern="1200" dirty="0">
                <a:solidFill>
                  <a:schemeClr val="lt1"/>
                </a:solidFill>
                <a:effectLst/>
                <a:latin typeface="Times New Roman" panose="02020603050405020304" pitchFamily="18" charset="0"/>
                <a:ea typeface="+mn-ea"/>
                <a:cs typeface="Times New Roman" panose="02020603050405020304" pitchFamily="18" charset="0"/>
              </a:rPr>
              <a:t> </a:t>
            </a:r>
            <a:r>
              <a:rPr lang="en-US" sz="800" b="1" kern="1200" dirty="0" err="1">
                <a:solidFill>
                  <a:schemeClr val="lt1"/>
                </a:solidFill>
                <a:effectLst/>
                <a:latin typeface="Times New Roman" panose="02020603050405020304" pitchFamily="18" charset="0"/>
                <a:ea typeface="+mn-ea"/>
                <a:cs typeface="Times New Roman" panose="02020603050405020304" pitchFamily="18" charset="0"/>
              </a:rPr>
              <a:t>hồ</a:t>
            </a:r>
            <a:r>
              <a:rPr lang="en-US" sz="800" b="1" kern="1200" dirty="0">
                <a:solidFill>
                  <a:schemeClr val="lt1"/>
                </a:solidFill>
                <a:effectLst/>
                <a:latin typeface="Times New Roman" panose="02020603050405020304" pitchFamily="18" charset="0"/>
                <a:ea typeface="+mn-ea"/>
                <a:cs typeface="Times New Roman" panose="02020603050405020304" pitchFamily="18" charset="0"/>
              </a:rPr>
              <a:t> </a:t>
            </a:r>
            <a:r>
              <a:rPr lang="en-US" sz="800" b="1" kern="1200" dirty="0" err="1">
                <a:solidFill>
                  <a:schemeClr val="lt1"/>
                </a:solidFill>
                <a:effectLst/>
                <a:latin typeface="Times New Roman" panose="02020603050405020304" pitchFamily="18" charset="0"/>
                <a:ea typeface="+mn-ea"/>
                <a:cs typeface="Times New Roman" panose="02020603050405020304" pitchFamily="18" charset="0"/>
              </a:rPr>
              <a:t>sơ</a:t>
            </a:r>
            <a:r>
              <a:rPr lang="en-US" sz="800" b="1" kern="1200" dirty="0">
                <a:solidFill>
                  <a:schemeClr val="lt1"/>
                </a:solidFill>
                <a:effectLst/>
                <a:latin typeface="Times New Roman" panose="02020603050405020304" pitchFamily="18" charset="0"/>
                <a:ea typeface="+mn-ea"/>
                <a:cs typeface="Times New Roman" panose="02020603050405020304" pitchFamily="18" charset="0"/>
              </a:rPr>
              <a:t> </a:t>
            </a:r>
            <a:r>
              <a:rPr lang="en-US" sz="800" b="1" kern="1200" dirty="0" err="1">
                <a:solidFill>
                  <a:schemeClr val="lt1"/>
                </a:solidFill>
                <a:effectLst/>
                <a:latin typeface="Times New Roman" panose="02020603050405020304" pitchFamily="18" charset="0"/>
                <a:ea typeface="+mn-ea"/>
                <a:cs typeface="Times New Roman" panose="02020603050405020304" pitchFamily="18" charset="0"/>
              </a:rPr>
              <a:t>trễ</a:t>
            </a:r>
            <a:r>
              <a:rPr lang="en-US" sz="800" b="1" kern="1200" dirty="0">
                <a:solidFill>
                  <a:schemeClr val="lt1"/>
                </a:solidFill>
                <a:effectLst/>
                <a:latin typeface="Times New Roman" panose="02020603050405020304" pitchFamily="18" charset="0"/>
                <a:ea typeface="+mn-ea"/>
                <a:cs typeface="Times New Roman" panose="02020603050405020304" pitchFamily="18" charset="0"/>
              </a:rPr>
              <a:t> </a:t>
            </a:r>
            <a:r>
              <a:rPr lang="en-US" sz="800" b="1" kern="1200" dirty="0" err="1">
                <a:solidFill>
                  <a:schemeClr val="lt1"/>
                </a:solidFill>
                <a:effectLst/>
                <a:latin typeface="Times New Roman" panose="02020603050405020304" pitchFamily="18" charset="0"/>
                <a:ea typeface="+mn-ea"/>
                <a:cs typeface="Times New Roman" panose="02020603050405020304" pitchFamily="18" charset="0"/>
              </a:rPr>
              <a:t>hạn</a:t>
            </a:r>
            <a:endParaRPr lang="vi-VN" sz="800" b="1" kern="1200" dirty="0">
              <a:solidFill>
                <a:schemeClr val="lt1"/>
              </a:solidFill>
              <a:effectLst/>
              <a:latin typeface="Times New Roman" panose="02020603050405020304" pitchFamily="18" charset="0"/>
              <a:ea typeface="+mn-ea"/>
              <a:cs typeface="Times New Roman" panose="02020603050405020304" pitchFamily="18" charset="0"/>
            </a:endParaRPr>
          </a:p>
        </p:txBody>
      </p:sp>
      <p:sp>
        <p:nvSpPr>
          <p:cNvPr id="80" name="Flowchart: Decision 79">
            <a:extLst>
              <a:ext uri="{FF2B5EF4-FFF2-40B4-BE49-F238E27FC236}">
                <a16:creationId xmlns:a16="http://schemas.microsoft.com/office/drawing/2014/main" id="{A176E130-94EC-067D-ED20-68EFB49EF25A}"/>
              </a:ext>
            </a:extLst>
          </p:cNvPr>
          <p:cNvSpPr/>
          <p:nvPr/>
        </p:nvSpPr>
        <p:spPr>
          <a:xfrm>
            <a:off x="1475453" y="5848625"/>
            <a:ext cx="1475048" cy="882045"/>
          </a:xfrm>
          <a:prstGeom prst="flowChartDecision">
            <a:avLst/>
          </a:prstGeom>
          <a:solidFill>
            <a:srgbClr val="A2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vi-VN" sz="900" b="1" kern="1200" dirty="0">
                <a:solidFill>
                  <a:schemeClr val="lt1"/>
                </a:solidFill>
                <a:effectLst/>
                <a:latin typeface="Times New Roman" panose="02020603050405020304" pitchFamily="18" charset="0"/>
                <a:ea typeface="+mn-ea"/>
                <a:cs typeface="Times New Roman" panose="02020603050405020304" pitchFamily="18" charset="0"/>
              </a:rPr>
              <a:t>Nghiệm thu cấp Tỉnh, Bộ/ Nhà nước </a:t>
            </a:r>
          </a:p>
        </p:txBody>
      </p:sp>
      <p:grpSp>
        <p:nvGrpSpPr>
          <p:cNvPr id="61" name="Group 60">
            <a:extLst>
              <a:ext uri="{FF2B5EF4-FFF2-40B4-BE49-F238E27FC236}">
                <a16:creationId xmlns:a16="http://schemas.microsoft.com/office/drawing/2014/main" id="{5D7080D2-E4E0-4BB3-AD4A-83C07C5C847E}"/>
              </a:ext>
            </a:extLst>
          </p:cNvPr>
          <p:cNvGrpSpPr/>
          <p:nvPr/>
        </p:nvGrpSpPr>
        <p:grpSpPr>
          <a:xfrm>
            <a:off x="2800884" y="902086"/>
            <a:ext cx="275981" cy="1007177"/>
            <a:chOff x="2882044" y="783236"/>
            <a:chExt cx="234881" cy="906510"/>
          </a:xfrm>
        </p:grpSpPr>
        <p:cxnSp>
          <p:nvCxnSpPr>
            <p:cNvPr id="84" name="Straight Connector 83">
              <a:extLst>
                <a:ext uri="{FF2B5EF4-FFF2-40B4-BE49-F238E27FC236}">
                  <a16:creationId xmlns:a16="http://schemas.microsoft.com/office/drawing/2014/main" id="{DCC5BA06-BFFC-CEB4-4FD4-7C820785B08B}"/>
                </a:ext>
              </a:extLst>
            </p:cNvPr>
            <p:cNvCxnSpPr>
              <a:cxnSpLocks/>
            </p:cNvCxnSpPr>
            <p:nvPr/>
          </p:nvCxnSpPr>
          <p:spPr>
            <a:xfrm flipV="1">
              <a:off x="3047421" y="1680703"/>
              <a:ext cx="69504" cy="9043"/>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85" name="Straight Connector 84">
              <a:extLst>
                <a:ext uri="{FF2B5EF4-FFF2-40B4-BE49-F238E27FC236}">
                  <a16:creationId xmlns:a16="http://schemas.microsoft.com/office/drawing/2014/main" id="{21409D84-2A7E-D2F4-8307-803F60AB3F43}"/>
                </a:ext>
              </a:extLst>
            </p:cNvPr>
            <p:cNvCxnSpPr>
              <a:cxnSpLocks/>
            </p:cNvCxnSpPr>
            <p:nvPr/>
          </p:nvCxnSpPr>
          <p:spPr>
            <a:xfrm flipV="1">
              <a:off x="3107206" y="799198"/>
              <a:ext cx="0" cy="881506"/>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86" name="Straight Arrow Connector 85">
              <a:extLst>
                <a:ext uri="{FF2B5EF4-FFF2-40B4-BE49-F238E27FC236}">
                  <a16:creationId xmlns:a16="http://schemas.microsoft.com/office/drawing/2014/main" id="{3D3C9FE4-B771-4122-9D03-A63B376D97B8}"/>
                </a:ext>
              </a:extLst>
            </p:cNvPr>
            <p:cNvCxnSpPr>
              <a:cxnSpLocks/>
            </p:cNvCxnSpPr>
            <p:nvPr/>
          </p:nvCxnSpPr>
          <p:spPr>
            <a:xfrm flipH="1" flipV="1">
              <a:off x="2882044" y="783236"/>
              <a:ext cx="225993" cy="15962"/>
            </a:xfrm>
            <a:prstGeom prst="straightConnector1">
              <a:avLst/>
            </a:prstGeom>
            <a:ln>
              <a:prstDash val="lgDash"/>
              <a:tailEnd type="triangle"/>
            </a:ln>
          </p:spPr>
          <p:style>
            <a:lnRef idx="1">
              <a:schemeClr val="dk1"/>
            </a:lnRef>
            <a:fillRef idx="0">
              <a:schemeClr val="dk1"/>
            </a:fillRef>
            <a:effectRef idx="0">
              <a:schemeClr val="dk1"/>
            </a:effectRef>
            <a:fontRef idx="minor">
              <a:schemeClr val="tx1"/>
            </a:fontRef>
          </p:style>
        </p:cxnSp>
      </p:grpSp>
      <p:sp>
        <p:nvSpPr>
          <p:cNvPr id="88" name="TextBox 87">
            <a:extLst>
              <a:ext uri="{FF2B5EF4-FFF2-40B4-BE49-F238E27FC236}">
                <a16:creationId xmlns:a16="http://schemas.microsoft.com/office/drawing/2014/main" id="{E8F94449-7A50-06B0-7377-601E5DD1E890}"/>
              </a:ext>
            </a:extLst>
          </p:cNvPr>
          <p:cNvSpPr txBox="1"/>
          <p:nvPr/>
        </p:nvSpPr>
        <p:spPr>
          <a:xfrm rot="16200000">
            <a:off x="2631001" y="1251473"/>
            <a:ext cx="676284" cy="215444"/>
          </a:xfrm>
          <a:prstGeom prst="rect">
            <a:avLst/>
          </a:prstGeom>
          <a:noFill/>
          <a:ln>
            <a:noFill/>
          </a:ln>
        </p:spPr>
        <p:txBody>
          <a:bodyPr wrap="square" rtlCol="0">
            <a:spAutoFit/>
          </a:bodyPr>
          <a:lstStyle/>
          <a:p>
            <a:r>
              <a:rPr lang="en-US" sz="800" dirty="0" err="1">
                <a:latin typeface="Times New Roman" panose="02020603050405020304" pitchFamily="18" charset="0"/>
                <a:cs typeface="Times New Roman" panose="02020603050405020304" pitchFamily="18" charset="0"/>
              </a:rPr>
              <a:t>Không</a:t>
            </a:r>
            <a:r>
              <a:rPr lang="en-US" sz="800" dirty="0">
                <a:latin typeface="Times New Roman" panose="02020603050405020304" pitchFamily="18" charset="0"/>
                <a:cs typeface="Times New Roman" panose="02020603050405020304" pitchFamily="18" charset="0"/>
              </a:rPr>
              <a:t> </a:t>
            </a:r>
            <a:r>
              <a:rPr lang="en-US" sz="800" dirty="0" err="1">
                <a:latin typeface="Times New Roman" panose="02020603050405020304" pitchFamily="18" charset="0"/>
                <a:cs typeface="Times New Roman" panose="02020603050405020304" pitchFamily="18" charset="0"/>
              </a:rPr>
              <a:t>đạt</a:t>
            </a:r>
            <a:endParaRPr lang="vi-VN" sz="800" dirty="0">
              <a:latin typeface="Times New Roman" panose="02020603050405020304" pitchFamily="18" charset="0"/>
              <a:cs typeface="Times New Roman" panose="02020603050405020304" pitchFamily="18" charset="0"/>
            </a:endParaRPr>
          </a:p>
        </p:txBody>
      </p:sp>
      <p:sp>
        <p:nvSpPr>
          <p:cNvPr id="93" name="Rectangle 92">
            <a:extLst>
              <a:ext uri="{FF2B5EF4-FFF2-40B4-BE49-F238E27FC236}">
                <a16:creationId xmlns:a16="http://schemas.microsoft.com/office/drawing/2014/main" id="{D8BAA0C0-3EAA-18A6-50DF-1FE3EABAC57E}"/>
              </a:ext>
            </a:extLst>
          </p:cNvPr>
          <p:cNvSpPr/>
          <p:nvPr/>
        </p:nvSpPr>
        <p:spPr>
          <a:xfrm>
            <a:off x="1681356" y="3275246"/>
            <a:ext cx="1128096" cy="325629"/>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900" b="1" kern="1200" dirty="0" err="1">
                <a:solidFill>
                  <a:schemeClr val="tx1"/>
                </a:solidFill>
                <a:effectLst/>
                <a:latin typeface="Times New Roman" panose="02020603050405020304" pitchFamily="18" charset="0"/>
                <a:ea typeface="+mn-ea"/>
                <a:cs typeface="Times New Roman" panose="02020603050405020304" pitchFamily="18" charset="0"/>
              </a:rPr>
              <a:t>Ký</a:t>
            </a:r>
            <a:r>
              <a:rPr lang="en-US" sz="9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900" b="1" kern="1200" dirty="0" err="1">
                <a:solidFill>
                  <a:schemeClr val="tx1"/>
                </a:solidFill>
                <a:effectLst/>
                <a:latin typeface="Times New Roman" panose="02020603050405020304" pitchFamily="18" charset="0"/>
                <a:ea typeface="+mn-ea"/>
                <a:cs typeface="Times New Roman" panose="02020603050405020304" pitchFamily="18" charset="0"/>
              </a:rPr>
              <a:t>kết</a:t>
            </a:r>
            <a:r>
              <a:rPr lang="en-US" sz="9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900" b="1" kern="1200" dirty="0" err="1">
                <a:solidFill>
                  <a:schemeClr val="tx1"/>
                </a:solidFill>
                <a:effectLst/>
                <a:latin typeface="Times New Roman" panose="02020603050405020304" pitchFamily="18" charset="0"/>
                <a:ea typeface="+mn-ea"/>
                <a:cs typeface="Times New Roman" panose="02020603050405020304" pitchFamily="18" charset="0"/>
              </a:rPr>
              <a:t>hợp</a:t>
            </a:r>
            <a:r>
              <a:rPr lang="en-US" sz="9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900" b="1" kern="1200" dirty="0" err="1">
                <a:solidFill>
                  <a:schemeClr val="tx1"/>
                </a:solidFill>
                <a:effectLst/>
                <a:latin typeface="Times New Roman" panose="02020603050405020304" pitchFamily="18" charset="0"/>
                <a:ea typeface="+mn-ea"/>
                <a:cs typeface="Times New Roman" panose="02020603050405020304" pitchFamily="18" charset="0"/>
              </a:rPr>
              <a:t>đồng</a:t>
            </a:r>
            <a:r>
              <a:rPr lang="en-US" sz="900" b="1" kern="1200" dirty="0">
                <a:solidFill>
                  <a:schemeClr val="tx1"/>
                </a:solidFill>
                <a:effectLst/>
                <a:latin typeface="Times New Roman" panose="02020603050405020304" pitchFamily="18" charset="0"/>
                <a:ea typeface="+mn-ea"/>
                <a:cs typeface="Times New Roman" panose="02020603050405020304" pitchFamily="18" charset="0"/>
              </a:rPr>
              <a:t> </a:t>
            </a:r>
            <a:endParaRPr lang="vi-VN" sz="900" b="1" kern="1200" dirty="0">
              <a:solidFill>
                <a:schemeClr val="tx1"/>
              </a:solidFill>
              <a:effectLst/>
              <a:latin typeface="Times New Roman" panose="02020603050405020304" pitchFamily="18" charset="0"/>
              <a:ea typeface="+mn-ea"/>
              <a:cs typeface="Times New Roman" panose="02020603050405020304" pitchFamily="18" charset="0"/>
            </a:endParaRPr>
          </a:p>
        </p:txBody>
      </p:sp>
      <p:cxnSp>
        <p:nvCxnSpPr>
          <p:cNvPr id="94" name="Straight Arrow Connector 93">
            <a:extLst>
              <a:ext uri="{FF2B5EF4-FFF2-40B4-BE49-F238E27FC236}">
                <a16:creationId xmlns:a16="http://schemas.microsoft.com/office/drawing/2014/main" id="{CFDB4A1B-20A7-0037-4544-10E8BFD63E22}"/>
              </a:ext>
            </a:extLst>
          </p:cNvPr>
          <p:cNvCxnSpPr>
            <a:cxnSpLocks/>
          </p:cNvCxnSpPr>
          <p:nvPr/>
        </p:nvCxnSpPr>
        <p:spPr>
          <a:xfrm>
            <a:off x="2206214" y="3674457"/>
            <a:ext cx="0" cy="2013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5" name="Straight Arrow Connector 94">
            <a:extLst>
              <a:ext uri="{FF2B5EF4-FFF2-40B4-BE49-F238E27FC236}">
                <a16:creationId xmlns:a16="http://schemas.microsoft.com/office/drawing/2014/main" id="{EC821267-FE56-730C-6A00-F53FCE3EF0B7}"/>
              </a:ext>
            </a:extLst>
          </p:cNvPr>
          <p:cNvCxnSpPr>
            <a:cxnSpLocks/>
          </p:cNvCxnSpPr>
          <p:nvPr/>
        </p:nvCxnSpPr>
        <p:spPr>
          <a:xfrm>
            <a:off x="2220798" y="5582285"/>
            <a:ext cx="0" cy="2211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6" name="Straight Arrow Connector 95">
            <a:extLst>
              <a:ext uri="{FF2B5EF4-FFF2-40B4-BE49-F238E27FC236}">
                <a16:creationId xmlns:a16="http://schemas.microsoft.com/office/drawing/2014/main" id="{181867D2-DDE4-6E51-C0C1-D2075E6DA4A8}"/>
              </a:ext>
            </a:extLst>
          </p:cNvPr>
          <p:cNvCxnSpPr>
            <a:cxnSpLocks/>
          </p:cNvCxnSpPr>
          <p:nvPr/>
        </p:nvCxnSpPr>
        <p:spPr>
          <a:xfrm>
            <a:off x="2206483" y="4427679"/>
            <a:ext cx="0" cy="218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8" name="Straight Arrow Connector 97">
            <a:extLst>
              <a:ext uri="{FF2B5EF4-FFF2-40B4-BE49-F238E27FC236}">
                <a16:creationId xmlns:a16="http://schemas.microsoft.com/office/drawing/2014/main" id="{3BE01EEE-6786-3323-5410-D5626FAE5993}"/>
              </a:ext>
            </a:extLst>
          </p:cNvPr>
          <p:cNvCxnSpPr>
            <a:cxnSpLocks/>
          </p:cNvCxnSpPr>
          <p:nvPr/>
        </p:nvCxnSpPr>
        <p:spPr>
          <a:xfrm>
            <a:off x="2187364" y="1105285"/>
            <a:ext cx="0" cy="3256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9" name="Straight Arrow Connector 98">
            <a:extLst>
              <a:ext uri="{FF2B5EF4-FFF2-40B4-BE49-F238E27FC236}">
                <a16:creationId xmlns:a16="http://schemas.microsoft.com/office/drawing/2014/main" id="{6EBEF23F-6C67-5267-FA0E-AF2BC1F9BFC8}"/>
              </a:ext>
            </a:extLst>
          </p:cNvPr>
          <p:cNvCxnSpPr>
            <a:cxnSpLocks/>
          </p:cNvCxnSpPr>
          <p:nvPr/>
        </p:nvCxnSpPr>
        <p:spPr>
          <a:xfrm flipH="1">
            <a:off x="2207689" y="2347321"/>
            <a:ext cx="1" cy="2069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Flowchart: Decision 35">
            <a:extLst>
              <a:ext uri="{FF2B5EF4-FFF2-40B4-BE49-F238E27FC236}">
                <a16:creationId xmlns:a16="http://schemas.microsoft.com/office/drawing/2014/main" id="{DBCE8B71-3B72-4866-A842-B2BD44531234}"/>
              </a:ext>
            </a:extLst>
          </p:cNvPr>
          <p:cNvSpPr/>
          <p:nvPr/>
        </p:nvSpPr>
        <p:spPr>
          <a:xfrm>
            <a:off x="1475453" y="4726913"/>
            <a:ext cx="1475048" cy="824783"/>
          </a:xfrm>
          <a:prstGeom prst="flowChartDecision">
            <a:avLst/>
          </a:prstGeom>
          <a:solidFill>
            <a:srgbClr val="A2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vi-VN" sz="900" b="1" kern="1200">
                <a:solidFill>
                  <a:schemeClr val="lt1"/>
                </a:solidFill>
                <a:effectLst/>
                <a:latin typeface="Times New Roman" panose="02020603050405020304" pitchFamily="18" charset="0"/>
                <a:ea typeface="+mn-ea"/>
                <a:cs typeface="Times New Roman" panose="02020603050405020304" pitchFamily="18" charset="0"/>
              </a:rPr>
              <a:t>Nghiệm thu cơ sở</a:t>
            </a:r>
            <a:endParaRPr lang="vi-VN" sz="900" b="1" kern="1200" dirty="0">
              <a:solidFill>
                <a:schemeClr val="lt1"/>
              </a:solidFill>
              <a:effectLst/>
              <a:latin typeface="Times New Roman" panose="02020603050405020304" pitchFamily="18" charset="0"/>
              <a:ea typeface="+mn-ea"/>
              <a:cs typeface="Times New Roman" panose="02020603050405020304" pitchFamily="18" charset="0"/>
            </a:endParaRPr>
          </a:p>
        </p:txBody>
      </p:sp>
      <p:sp>
        <p:nvSpPr>
          <p:cNvPr id="55" name="TextBox 54">
            <a:extLst>
              <a:ext uri="{FF2B5EF4-FFF2-40B4-BE49-F238E27FC236}">
                <a16:creationId xmlns:a16="http://schemas.microsoft.com/office/drawing/2014/main" id="{E4BD2A0A-6DD9-4FE1-9411-14F7836121F9}"/>
              </a:ext>
            </a:extLst>
          </p:cNvPr>
          <p:cNvSpPr txBox="1"/>
          <p:nvPr/>
        </p:nvSpPr>
        <p:spPr>
          <a:xfrm rot="5400000">
            <a:off x="1134368" y="5764651"/>
            <a:ext cx="676285" cy="215444"/>
          </a:xfrm>
          <a:prstGeom prst="rect">
            <a:avLst/>
          </a:prstGeom>
          <a:noFill/>
          <a:ln>
            <a:noFill/>
          </a:ln>
        </p:spPr>
        <p:txBody>
          <a:bodyPr wrap="square" rtlCol="0">
            <a:spAutoFit/>
          </a:bodyPr>
          <a:lstStyle/>
          <a:p>
            <a:r>
              <a:rPr lang="en-US" sz="800" dirty="0" err="1">
                <a:latin typeface="Times New Roman" panose="02020603050405020304" pitchFamily="18" charset="0"/>
                <a:cs typeface="Times New Roman" panose="02020603050405020304" pitchFamily="18" charset="0"/>
              </a:rPr>
              <a:t>Không</a:t>
            </a:r>
            <a:r>
              <a:rPr lang="en-US" sz="800" dirty="0">
                <a:latin typeface="Times New Roman" panose="02020603050405020304" pitchFamily="18" charset="0"/>
                <a:cs typeface="Times New Roman" panose="02020603050405020304" pitchFamily="18" charset="0"/>
              </a:rPr>
              <a:t> </a:t>
            </a:r>
            <a:r>
              <a:rPr lang="en-US" sz="800" dirty="0" err="1">
                <a:latin typeface="Times New Roman" panose="02020603050405020304" pitchFamily="18" charset="0"/>
                <a:cs typeface="Times New Roman" panose="02020603050405020304" pitchFamily="18" charset="0"/>
              </a:rPr>
              <a:t>đạt</a:t>
            </a:r>
            <a:endParaRPr lang="vi-VN" sz="800" dirty="0">
              <a:latin typeface="Times New Roman" panose="02020603050405020304" pitchFamily="18" charset="0"/>
              <a:cs typeface="Times New Roman" panose="02020603050405020304" pitchFamily="18" charset="0"/>
            </a:endParaRPr>
          </a:p>
        </p:txBody>
      </p:sp>
      <p:cxnSp>
        <p:nvCxnSpPr>
          <p:cNvPr id="34" name="Connector: Elbow 33">
            <a:extLst>
              <a:ext uri="{FF2B5EF4-FFF2-40B4-BE49-F238E27FC236}">
                <a16:creationId xmlns:a16="http://schemas.microsoft.com/office/drawing/2014/main" id="{C79D2B1A-5657-4EEB-96F1-66293B9981CE}"/>
              </a:ext>
            </a:extLst>
          </p:cNvPr>
          <p:cNvCxnSpPr>
            <a:cxnSpLocks/>
            <a:stCxn id="79" idx="3"/>
          </p:cNvCxnSpPr>
          <p:nvPr/>
        </p:nvCxnSpPr>
        <p:spPr>
          <a:xfrm rot="5400000" flipH="1" flipV="1">
            <a:off x="1425096" y="4098619"/>
            <a:ext cx="223152" cy="289371"/>
          </a:xfrm>
          <a:prstGeom prst="bentConnector2">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118" name="Rectangle: Rounded Corners 46">
            <a:extLst>
              <a:ext uri="{FF2B5EF4-FFF2-40B4-BE49-F238E27FC236}">
                <a16:creationId xmlns:a16="http://schemas.microsoft.com/office/drawing/2014/main" id="{F733E0BF-8884-4797-ADB4-D70522ACA2FA}"/>
              </a:ext>
            </a:extLst>
          </p:cNvPr>
          <p:cNvSpPr/>
          <p:nvPr/>
        </p:nvSpPr>
        <p:spPr>
          <a:xfrm>
            <a:off x="1649651" y="7069011"/>
            <a:ext cx="1129822" cy="4052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900" b="1" kern="1200" dirty="0">
                <a:solidFill>
                  <a:srgbClr val="FFF9F9"/>
                </a:solidFill>
                <a:effectLst/>
                <a:latin typeface="Times New Roman" panose="02020603050405020304" pitchFamily="18" charset="0"/>
                <a:ea typeface="+mn-ea"/>
                <a:cs typeface="Times New Roman" panose="02020603050405020304" pitchFamily="18" charset="0"/>
              </a:rPr>
              <a:t>Lưu </a:t>
            </a:r>
            <a:r>
              <a:rPr lang="en-US" sz="900" b="1" kern="1200" dirty="0" err="1">
                <a:solidFill>
                  <a:srgbClr val="FFF9F9"/>
                </a:solidFill>
                <a:effectLst/>
                <a:latin typeface="Times New Roman" panose="02020603050405020304" pitchFamily="18" charset="0"/>
                <a:ea typeface="+mn-ea"/>
                <a:cs typeface="Times New Roman" panose="02020603050405020304" pitchFamily="18" charset="0"/>
              </a:rPr>
              <a:t>hồ</a:t>
            </a:r>
            <a:r>
              <a:rPr lang="en-US" sz="900" b="1" kern="1200" dirty="0">
                <a:solidFill>
                  <a:srgbClr val="FFF9F9"/>
                </a:solidFill>
                <a:effectLst/>
                <a:latin typeface="Times New Roman" panose="02020603050405020304" pitchFamily="18" charset="0"/>
                <a:ea typeface="+mn-ea"/>
                <a:cs typeface="Times New Roman" panose="02020603050405020304" pitchFamily="18" charset="0"/>
              </a:rPr>
              <a:t> </a:t>
            </a:r>
            <a:r>
              <a:rPr lang="en-US" sz="900" b="1" kern="1200" dirty="0" err="1">
                <a:solidFill>
                  <a:srgbClr val="FFF9F9"/>
                </a:solidFill>
                <a:effectLst/>
                <a:latin typeface="Times New Roman" panose="02020603050405020304" pitchFamily="18" charset="0"/>
                <a:ea typeface="+mn-ea"/>
                <a:cs typeface="Times New Roman" panose="02020603050405020304" pitchFamily="18" charset="0"/>
              </a:rPr>
              <a:t>sơ</a:t>
            </a:r>
            <a:endParaRPr lang="vi-VN" sz="900" b="1" kern="1200" dirty="0">
              <a:solidFill>
                <a:srgbClr val="FFF9F9"/>
              </a:solidFill>
              <a:effectLst/>
              <a:latin typeface="Times New Roman" panose="02020603050405020304" pitchFamily="18" charset="0"/>
              <a:ea typeface="+mn-ea"/>
              <a:cs typeface="Times New Roman" panose="02020603050405020304" pitchFamily="18" charset="0"/>
            </a:endParaRPr>
          </a:p>
        </p:txBody>
      </p:sp>
      <p:cxnSp>
        <p:nvCxnSpPr>
          <p:cNvPr id="40" name="Straight Arrow Connector 39">
            <a:extLst>
              <a:ext uri="{FF2B5EF4-FFF2-40B4-BE49-F238E27FC236}">
                <a16:creationId xmlns:a16="http://schemas.microsoft.com/office/drawing/2014/main" id="{A5AD84C5-492F-4419-9881-579C68ED9D29}"/>
              </a:ext>
            </a:extLst>
          </p:cNvPr>
          <p:cNvCxnSpPr>
            <a:cxnSpLocks/>
          </p:cNvCxnSpPr>
          <p:nvPr/>
        </p:nvCxnSpPr>
        <p:spPr>
          <a:xfrm>
            <a:off x="2214562" y="6796347"/>
            <a:ext cx="3095" cy="1994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 name="Straight Arrow Connector 3">
            <a:extLst>
              <a:ext uri="{FF2B5EF4-FFF2-40B4-BE49-F238E27FC236}">
                <a16:creationId xmlns:a16="http://schemas.microsoft.com/office/drawing/2014/main" id="{44C6A066-DD50-407C-A0A6-E41ECBC16318}"/>
              </a:ext>
            </a:extLst>
          </p:cNvPr>
          <p:cNvCxnSpPr>
            <a:cxnSpLocks/>
            <a:stCxn id="36" idx="1"/>
          </p:cNvCxnSpPr>
          <p:nvPr/>
        </p:nvCxnSpPr>
        <p:spPr>
          <a:xfrm flipH="1">
            <a:off x="1350847" y="5139305"/>
            <a:ext cx="12460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580C3BA7-641E-495A-B658-2AAA073E0F2A}"/>
              </a:ext>
            </a:extLst>
          </p:cNvPr>
          <p:cNvCxnSpPr>
            <a:cxnSpLocks/>
          </p:cNvCxnSpPr>
          <p:nvPr/>
        </p:nvCxnSpPr>
        <p:spPr>
          <a:xfrm flipH="1" flipV="1">
            <a:off x="1324250" y="6289646"/>
            <a:ext cx="135474" cy="1"/>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 name="Straight Connector 9">
            <a:extLst>
              <a:ext uri="{FF2B5EF4-FFF2-40B4-BE49-F238E27FC236}">
                <a16:creationId xmlns:a16="http://schemas.microsoft.com/office/drawing/2014/main" id="{93978AFF-5505-4104-8F72-3128C7930EEA}"/>
              </a:ext>
            </a:extLst>
          </p:cNvPr>
          <p:cNvCxnSpPr>
            <a:cxnSpLocks/>
          </p:cNvCxnSpPr>
          <p:nvPr/>
        </p:nvCxnSpPr>
        <p:spPr>
          <a:xfrm flipH="1">
            <a:off x="1350847" y="5034918"/>
            <a:ext cx="8641" cy="1220731"/>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7" name="Rectangle 36">
            <a:extLst>
              <a:ext uri="{FF2B5EF4-FFF2-40B4-BE49-F238E27FC236}">
                <a16:creationId xmlns:a16="http://schemas.microsoft.com/office/drawing/2014/main" id="{1D3ACF29-9C18-490F-9CEA-D5340C63C2E7}"/>
              </a:ext>
            </a:extLst>
          </p:cNvPr>
          <p:cNvSpPr/>
          <p:nvPr/>
        </p:nvSpPr>
        <p:spPr>
          <a:xfrm>
            <a:off x="1688576" y="2576884"/>
            <a:ext cx="1128096" cy="448332"/>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900" b="1" kern="1200" dirty="0">
                <a:solidFill>
                  <a:schemeClr val="tx1"/>
                </a:solidFill>
                <a:effectLst/>
                <a:latin typeface="Times New Roman" panose="02020603050405020304" pitchFamily="18" charset="0"/>
                <a:ea typeface="+mn-ea"/>
                <a:cs typeface="Times New Roman" panose="02020603050405020304" pitchFamily="18" charset="0"/>
              </a:rPr>
              <a:t>Ra </a:t>
            </a:r>
            <a:r>
              <a:rPr lang="en-US" sz="900" b="1" kern="1200" dirty="0" err="1">
                <a:solidFill>
                  <a:schemeClr val="tx1"/>
                </a:solidFill>
                <a:effectLst/>
                <a:latin typeface="Times New Roman" panose="02020603050405020304" pitchFamily="18" charset="0"/>
                <a:ea typeface="+mn-ea"/>
                <a:cs typeface="Times New Roman" panose="02020603050405020304" pitchFamily="18" charset="0"/>
              </a:rPr>
              <a:t>quyết</a:t>
            </a:r>
            <a:r>
              <a:rPr lang="en-US" sz="9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900" b="1" kern="1200" dirty="0" err="1">
                <a:solidFill>
                  <a:schemeClr val="tx1"/>
                </a:solidFill>
                <a:effectLst/>
                <a:latin typeface="Times New Roman" panose="02020603050405020304" pitchFamily="18" charset="0"/>
                <a:ea typeface="+mn-ea"/>
                <a:cs typeface="Times New Roman" panose="02020603050405020304" pitchFamily="18" charset="0"/>
              </a:rPr>
              <a:t>định</a:t>
            </a:r>
            <a:r>
              <a:rPr lang="en-US" sz="9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900" b="1" kern="1200" dirty="0" err="1">
                <a:solidFill>
                  <a:schemeClr val="tx1"/>
                </a:solidFill>
                <a:effectLst/>
                <a:latin typeface="Times New Roman" panose="02020603050405020304" pitchFamily="18" charset="0"/>
                <a:ea typeface="+mn-ea"/>
                <a:cs typeface="Times New Roman" panose="02020603050405020304" pitchFamily="18" charset="0"/>
              </a:rPr>
              <a:t>giao</a:t>
            </a:r>
            <a:r>
              <a:rPr lang="en-US" sz="9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900" b="1" kern="1200" dirty="0" err="1">
                <a:solidFill>
                  <a:schemeClr val="tx1"/>
                </a:solidFill>
                <a:effectLst/>
                <a:latin typeface="Times New Roman" panose="02020603050405020304" pitchFamily="18" charset="0"/>
                <a:ea typeface="+mn-ea"/>
                <a:cs typeface="Times New Roman" panose="02020603050405020304" pitchFamily="18" charset="0"/>
              </a:rPr>
              <a:t>nhiệm</a:t>
            </a:r>
            <a:r>
              <a:rPr lang="en-US" sz="9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900" b="1" kern="1200" dirty="0" err="1">
                <a:solidFill>
                  <a:schemeClr val="tx1"/>
                </a:solidFill>
                <a:effectLst/>
                <a:latin typeface="Times New Roman" panose="02020603050405020304" pitchFamily="18" charset="0"/>
                <a:ea typeface="+mn-ea"/>
                <a:cs typeface="Times New Roman" panose="02020603050405020304" pitchFamily="18" charset="0"/>
              </a:rPr>
              <a:t>vụ</a:t>
            </a:r>
            <a:r>
              <a:rPr lang="en-US" sz="9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900" b="1"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900" b="1" kern="1200" dirty="0">
                <a:solidFill>
                  <a:schemeClr val="tx1"/>
                </a:solidFill>
                <a:effectLst/>
                <a:latin typeface="Times New Roman" panose="02020603050405020304" pitchFamily="18" charset="0"/>
                <a:ea typeface="+mn-ea"/>
                <a:cs typeface="Times New Roman" panose="02020603050405020304" pitchFamily="18" charset="0"/>
              </a:rPr>
              <a:t> CNĐT</a:t>
            </a:r>
            <a:endParaRPr lang="vi-VN" sz="900" b="1" kern="1200" dirty="0">
              <a:solidFill>
                <a:schemeClr val="tx1"/>
              </a:solidFill>
              <a:effectLst/>
              <a:latin typeface="Times New Roman" panose="02020603050405020304" pitchFamily="18" charset="0"/>
              <a:ea typeface="+mn-ea"/>
              <a:cs typeface="Times New Roman" panose="02020603050405020304" pitchFamily="18" charset="0"/>
            </a:endParaRPr>
          </a:p>
        </p:txBody>
      </p:sp>
      <p:cxnSp>
        <p:nvCxnSpPr>
          <p:cNvPr id="38" name="Straight Arrow Connector 37">
            <a:extLst>
              <a:ext uri="{FF2B5EF4-FFF2-40B4-BE49-F238E27FC236}">
                <a16:creationId xmlns:a16="http://schemas.microsoft.com/office/drawing/2014/main" id="{00F5056A-F039-408A-94C1-F6CF147EBF54}"/>
              </a:ext>
            </a:extLst>
          </p:cNvPr>
          <p:cNvCxnSpPr>
            <a:cxnSpLocks/>
          </p:cNvCxnSpPr>
          <p:nvPr/>
        </p:nvCxnSpPr>
        <p:spPr>
          <a:xfrm flipH="1">
            <a:off x="2200925" y="3073743"/>
            <a:ext cx="1" cy="2069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53" name="Table 56">
            <a:extLst>
              <a:ext uri="{FF2B5EF4-FFF2-40B4-BE49-F238E27FC236}">
                <a16:creationId xmlns:a16="http://schemas.microsoft.com/office/drawing/2014/main" id="{456C68F7-4DF4-4947-8801-9A44078C7DA1}"/>
              </a:ext>
            </a:extLst>
          </p:cNvPr>
          <p:cNvGraphicFramePr>
            <a:graphicFrameLocks noGrp="1"/>
          </p:cNvGraphicFramePr>
          <p:nvPr>
            <p:extLst>
              <p:ext uri="{D42A27DB-BD31-4B8C-83A1-F6EECF244321}">
                <p14:modId xmlns:p14="http://schemas.microsoft.com/office/powerpoint/2010/main" val="1441503979"/>
              </p:ext>
            </p:extLst>
          </p:nvPr>
        </p:nvGraphicFramePr>
        <p:xfrm>
          <a:off x="-18" y="7651789"/>
          <a:ext cx="6858018" cy="1741989"/>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198402807"/>
                    </a:ext>
                  </a:extLst>
                </a:gridCol>
                <a:gridCol w="2223755">
                  <a:extLst>
                    <a:ext uri="{9D8B030D-6E8A-4147-A177-3AD203B41FA5}">
                      <a16:colId xmlns:a16="http://schemas.microsoft.com/office/drawing/2014/main" val="2223061294"/>
                    </a:ext>
                  </a:extLst>
                </a:gridCol>
                <a:gridCol w="311529">
                  <a:extLst>
                    <a:ext uri="{9D8B030D-6E8A-4147-A177-3AD203B41FA5}">
                      <a16:colId xmlns:a16="http://schemas.microsoft.com/office/drawing/2014/main" val="351499909"/>
                    </a:ext>
                  </a:extLst>
                </a:gridCol>
                <a:gridCol w="1569039">
                  <a:extLst>
                    <a:ext uri="{9D8B030D-6E8A-4147-A177-3AD203B41FA5}">
                      <a16:colId xmlns:a16="http://schemas.microsoft.com/office/drawing/2014/main" val="3260828008"/>
                    </a:ext>
                  </a:extLst>
                </a:gridCol>
                <a:gridCol w="1173930">
                  <a:extLst>
                    <a:ext uri="{9D8B030D-6E8A-4147-A177-3AD203B41FA5}">
                      <a16:colId xmlns:a16="http://schemas.microsoft.com/office/drawing/2014/main" val="1736909761"/>
                    </a:ext>
                  </a:extLst>
                </a:gridCol>
                <a:gridCol w="1371485">
                  <a:extLst>
                    <a:ext uri="{9D8B030D-6E8A-4147-A177-3AD203B41FA5}">
                      <a16:colId xmlns:a16="http://schemas.microsoft.com/office/drawing/2014/main" val="2015967648"/>
                    </a:ext>
                  </a:extLst>
                </a:gridCol>
              </a:tblGrid>
              <a:tr h="194414">
                <a:tc gridSpan="2">
                  <a:txBody>
                    <a:bodyPr/>
                    <a:lstStyle/>
                    <a:p>
                      <a:pPr algn="ctr"/>
                      <a:endParaRPr lang="vi-VN" sz="700" dirty="0">
                        <a:latin typeface="+mj-lt"/>
                      </a:endParaRPr>
                    </a:p>
                  </a:txBody>
                  <a:tcPr anchor="ctr">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solidFill>
                      <a:srgbClr val="A20000"/>
                    </a:solidFill>
                  </a:tcPr>
                </a:tc>
                <a:tc hMerge="1">
                  <a:txBody>
                    <a:bodyPr/>
                    <a:lstStyle/>
                    <a:p>
                      <a:endParaRPr lang="vi-VN"/>
                    </a:p>
                  </a:txBody>
                  <a:tcPr/>
                </a:tc>
                <a:tc gridSpan="4">
                  <a:txBody>
                    <a:bodyPr/>
                    <a:lstStyle/>
                    <a:p>
                      <a:pPr algn="ctr"/>
                      <a:endParaRPr lang="vi-VN" sz="700" dirty="0">
                        <a:latin typeface="+mj-lt"/>
                      </a:endParaRPr>
                    </a:p>
                  </a:txBody>
                  <a:tcPr anchor="ctr">
                    <a:lnL w="3175" cap="flat" cmpd="sng" algn="ctr">
                      <a:solidFill>
                        <a:schemeClr val="tx1"/>
                      </a:solidFill>
                      <a:prstDash val="solid"/>
                      <a:round/>
                      <a:headEnd type="none" w="med" len="med"/>
                      <a:tailEnd type="none" w="med" len="med"/>
                    </a:lnL>
                    <a:lnB w="3175" cap="flat" cmpd="sng" algn="ctr">
                      <a:solidFill>
                        <a:schemeClr val="tx1"/>
                      </a:solidFill>
                      <a:prstDash val="solid"/>
                      <a:round/>
                      <a:headEnd type="none" w="med" len="med"/>
                      <a:tailEnd type="none" w="med" len="med"/>
                    </a:lnB>
                    <a:solidFill>
                      <a:srgbClr val="A20000"/>
                    </a:solidFill>
                  </a:tcPr>
                </a:tc>
                <a:tc hMerge="1">
                  <a:txBody>
                    <a:bodyPr/>
                    <a:lstStyle/>
                    <a:p>
                      <a:pPr algn="ctr"/>
                      <a:endParaRPr lang="vi-VN" sz="900">
                        <a:latin typeface="+mj-lt"/>
                      </a:endParaRPr>
                    </a:p>
                  </a:txBody>
                  <a:tcPr anchor="ctr">
                    <a:lnL w="3175" cap="flat" cmpd="sng" algn="ctr">
                      <a:solidFill>
                        <a:schemeClr val="tx1"/>
                      </a:solidFill>
                      <a:prstDash val="solid"/>
                      <a:round/>
                      <a:headEnd type="none" w="med" len="med"/>
                      <a:tailEnd type="none" w="med" len="med"/>
                    </a:lnL>
                    <a:lnB w="3175" cap="flat" cmpd="sng" algn="ctr">
                      <a:solidFill>
                        <a:schemeClr val="tx1"/>
                      </a:solidFill>
                      <a:prstDash val="solid"/>
                      <a:round/>
                      <a:headEnd type="none" w="med" len="med"/>
                      <a:tailEnd type="none" w="med" len="med"/>
                    </a:lnB>
                    <a:solidFill>
                      <a:srgbClr val="A20000"/>
                    </a:solidFill>
                  </a:tcPr>
                </a:tc>
                <a:tc hMerge="1">
                  <a:txBody>
                    <a:bodyPr/>
                    <a:lstStyle/>
                    <a:p>
                      <a:endParaRPr lang="vi-VN"/>
                    </a:p>
                  </a:txBody>
                  <a:tcPr>
                    <a:lnB w="38100" cmpd="sng">
                      <a:noFill/>
                    </a:lnB>
                  </a:tcPr>
                </a:tc>
                <a:tc hMerge="1">
                  <a:txBody>
                    <a:bodyPr/>
                    <a:lstStyle/>
                    <a:p>
                      <a:endParaRPr lang="vi-VN"/>
                    </a:p>
                  </a:txBody>
                  <a:tcPr>
                    <a:lnB w="38100" cmpd="sng">
                      <a:noFill/>
                    </a:lnB>
                  </a:tcPr>
                </a:tc>
                <a:extLst>
                  <a:ext uri="{0D108BD9-81ED-4DB2-BD59-A6C34878D82A}">
                    <a16:rowId xmlns:a16="http://schemas.microsoft.com/office/drawing/2014/main" val="918921768"/>
                  </a:ext>
                </a:extLst>
              </a:tr>
              <a:tr h="194414">
                <a:tc gridSpan="2">
                  <a:txBody>
                    <a:bodyPr/>
                    <a:lstStyle/>
                    <a:p>
                      <a:pPr algn="ctr"/>
                      <a:r>
                        <a:rPr lang="vi-VN" sz="700" b="1" kern="1200">
                          <a:solidFill>
                            <a:schemeClr val="bg1"/>
                          </a:solidFill>
                          <a:latin typeface="+mj-lt"/>
                          <a:ea typeface="+mn-ea"/>
                          <a:cs typeface="+mn-cs"/>
                        </a:rPr>
                        <a:t>BIỂU MẪU</a:t>
                      </a:r>
                    </a:p>
                  </a:txBody>
                  <a:tcPr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A20000"/>
                    </a:solidFill>
                  </a:tcPr>
                </a:tc>
                <a:tc hMerge="1">
                  <a:txBody>
                    <a:bodyPr/>
                    <a:lstStyle/>
                    <a:p>
                      <a:endParaRPr lang="vi-VN"/>
                    </a:p>
                  </a:txBody>
                  <a:tcPr/>
                </a:tc>
                <a:tc gridSpan="4">
                  <a:txBody>
                    <a:bodyPr/>
                    <a:lstStyle/>
                    <a:p>
                      <a:pPr algn="ctr"/>
                      <a:r>
                        <a:rPr lang="vi-VN" sz="700" b="1" dirty="0">
                          <a:solidFill>
                            <a:schemeClr val="bg1"/>
                          </a:solidFill>
                          <a:latin typeface="+mj-lt"/>
                        </a:rPr>
                        <a:t>PHÊ DUYỆT</a:t>
                      </a:r>
                    </a:p>
                  </a:txBody>
                  <a:tcPr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A20000"/>
                    </a:solidFill>
                  </a:tcPr>
                </a:tc>
                <a:tc hMerge="1">
                  <a:txBody>
                    <a:bodyPr/>
                    <a:lstStyle/>
                    <a:p>
                      <a:pPr algn="ctr"/>
                      <a:endParaRPr lang="vi-VN" sz="900" b="1">
                        <a:solidFill>
                          <a:schemeClr val="bg1"/>
                        </a:solidFill>
                        <a:latin typeface="+mj-lt"/>
                      </a:endParaRPr>
                    </a:p>
                  </a:txBody>
                  <a:tcPr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A20000"/>
                    </a:solidFill>
                  </a:tcPr>
                </a:tc>
                <a:tc hMerge="1">
                  <a:txBody>
                    <a:bodyPr/>
                    <a:lstStyle/>
                    <a:p>
                      <a:endParaRPr lang="vi-VN"/>
                    </a:p>
                  </a:txBody>
                  <a:tcPr>
                    <a:lnT w="38100" cmpd="sng">
                      <a:noFill/>
                    </a:lnT>
                  </a:tcPr>
                </a:tc>
                <a:tc hMerge="1">
                  <a:txBody>
                    <a:bodyPr/>
                    <a:lstStyle/>
                    <a:p>
                      <a:endParaRPr lang="vi-VN"/>
                    </a:p>
                  </a:txBody>
                  <a:tcPr>
                    <a:lnT w="38100" cmpd="sng">
                      <a:noFill/>
                    </a:lnT>
                  </a:tcPr>
                </a:tc>
                <a:extLst>
                  <a:ext uri="{0D108BD9-81ED-4DB2-BD59-A6C34878D82A}">
                    <a16:rowId xmlns:a16="http://schemas.microsoft.com/office/drawing/2014/main" val="3756235725"/>
                  </a:ext>
                </a:extLst>
              </a:tr>
              <a:tr h="1345749">
                <a:tc>
                  <a:txBody>
                    <a:bodyPr/>
                    <a:lstStyle/>
                    <a:p>
                      <a:endParaRPr lang="vi-VN" sz="700" dirty="0">
                        <a:latin typeface="+mj-lt"/>
                      </a:endParaRP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solidFill>
                      <a:srgbClr val="A20000"/>
                    </a:solidFill>
                  </a:tcPr>
                </a:tc>
                <a:tc>
                  <a:txBody>
                    <a:bodyPr/>
                    <a:lstStyle/>
                    <a:p>
                      <a:pPr marL="0" marR="0" lvl="0" indent="0" algn="l" defTabSz="862431" rtl="0" eaLnBrk="1" fontAlgn="auto" latinLnBrk="0" hangingPunct="1">
                        <a:lnSpc>
                          <a:spcPct val="100000"/>
                        </a:lnSpc>
                        <a:spcBef>
                          <a:spcPts val="0"/>
                        </a:spcBef>
                        <a:spcAft>
                          <a:spcPts val="0"/>
                        </a:spcAft>
                        <a:buClrTx/>
                        <a:buSzTx/>
                        <a:buFontTx/>
                        <a:buNone/>
                        <a:tabLst/>
                        <a:defRPr/>
                      </a:pPr>
                      <a:r>
                        <a:rPr lang="vi-VN" sz="700" b="1" i="1" kern="1200" dirty="0">
                          <a:solidFill>
                            <a:schemeClr val="tx1"/>
                          </a:solidFill>
                          <a:latin typeface="Times New Roman" panose="02020603050405020304" pitchFamily="18" charset="0"/>
                          <a:ea typeface="+mn-ea"/>
                          <a:cs typeface="Times New Roman" panose="02020603050405020304" pitchFamily="18" charset="0"/>
                        </a:rPr>
                        <a:t>BM01/QT.KHCN.04</a:t>
                      </a:r>
                      <a:r>
                        <a:rPr lang="vi-VN" sz="700" i="1" kern="1200" dirty="0">
                          <a:solidFill>
                            <a:schemeClr val="tx1"/>
                          </a:solidFill>
                          <a:latin typeface="Times New Roman" panose="02020603050405020304" pitchFamily="18" charset="0"/>
                          <a:ea typeface="+mn-ea"/>
                          <a:cs typeface="Times New Roman" panose="02020603050405020304" pitchFamily="18" charset="0"/>
                        </a:rPr>
                        <a:t>: Biểu mẫu báo cáo tình hình thực hiện đề tài</a:t>
                      </a:r>
                    </a:p>
                    <a:p>
                      <a:pPr marL="0" marR="0" lvl="0" indent="0" algn="l" defTabSz="862431" rtl="0" eaLnBrk="1" fontAlgn="auto" latinLnBrk="0" hangingPunct="1">
                        <a:lnSpc>
                          <a:spcPct val="100000"/>
                        </a:lnSpc>
                        <a:spcBef>
                          <a:spcPts val="0"/>
                        </a:spcBef>
                        <a:spcAft>
                          <a:spcPts val="0"/>
                        </a:spcAft>
                        <a:buClrTx/>
                        <a:buSzTx/>
                        <a:buFontTx/>
                        <a:buNone/>
                        <a:tabLst/>
                        <a:defRPr/>
                      </a:pPr>
                      <a:r>
                        <a:rPr lang="vi-VN" sz="700" b="1" i="1" kern="1200" dirty="0">
                          <a:solidFill>
                            <a:schemeClr val="tx1"/>
                          </a:solidFill>
                          <a:latin typeface="Times New Roman" panose="02020603050405020304" pitchFamily="18" charset="0"/>
                          <a:ea typeface="+mn-ea"/>
                          <a:cs typeface="Times New Roman" panose="02020603050405020304" pitchFamily="18" charset="0"/>
                        </a:rPr>
                        <a:t>BM02/QT.KHCN.04</a:t>
                      </a:r>
                      <a:r>
                        <a:rPr lang="vi-VN" sz="700" i="1" kern="1200" dirty="0">
                          <a:solidFill>
                            <a:schemeClr val="tx1"/>
                          </a:solidFill>
                          <a:latin typeface="Times New Roman" panose="02020603050405020304" pitchFamily="18" charset="0"/>
                          <a:ea typeface="+mn-ea"/>
                          <a:cs typeface="Times New Roman" panose="02020603050405020304" pitchFamily="18" charset="0"/>
                        </a:rPr>
                        <a:t>: Phiếu đ</a:t>
                      </a:r>
                      <a:r>
                        <a:rPr lang="en-US" sz="700" i="1" kern="1200" dirty="0">
                          <a:solidFill>
                            <a:schemeClr val="tx1"/>
                          </a:solidFill>
                          <a:latin typeface="Times New Roman" panose="02020603050405020304" pitchFamily="18" charset="0"/>
                          <a:ea typeface="+mn-ea"/>
                          <a:cs typeface="Times New Roman" panose="02020603050405020304" pitchFamily="18" charset="0"/>
                        </a:rPr>
                        <a:t>ề </a:t>
                      </a:r>
                      <a:r>
                        <a:rPr lang="en-US" sz="700" i="1" kern="1200" dirty="0" err="1">
                          <a:solidFill>
                            <a:schemeClr val="tx1"/>
                          </a:solidFill>
                          <a:latin typeface="Times New Roman" panose="02020603050405020304" pitchFamily="18" charset="0"/>
                          <a:ea typeface="+mn-ea"/>
                          <a:cs typeface="Times New Roman" panose="02020603050405020304" pitchFamily="18" charset="0"/>
                        </a:rPr>
                        <a:t>nghị</a:t>
                      </a:r>
                      <a:r>
                        <a:rPr lang="en-US" sz="700" i="1" kern="1200" dirty="0">
                          <a:solidFill>
                            <a:schemeClr val="tx1"/>
                          </a:solidFill>
                          <a:latin typeface="Times New Roman" panose="02020603050405020304" pitchFamily="18" charset="0"/>
                          <a:ea typeface="+mn-ea"/>
                          <a:cs typeface="Times New Roman" panose="02020603050405020304" pitchFamily="18" charset="0"/>
                        </a:rPr>
                        <a:t> </a:t>
                      </a:r>
                      <a:r>
                        <a:rPr lang="en-US" sz="700" i="1" kern="1200" dirty="0" err="1">
                          <a:solidFill>
                            <a:schemeClr val="tx1"/>
                          </a:solidFill>
                          <a:latin typeface="Times New Roman" panose="02020603050405020304" pitchFamily="18" charset="0"/>
                          <a:ea typeface="+mn-ea"/>
                          <a:cs typeface="Times New Roman" panose="02020603050405020304" pitchFamily="18" charset="0"/>
                        </a:rPr>
                        <a:t>nghiệm</a:t>
                      </a:r>
                      <a:r>
                        <a:rPr lang="en-US" sz="700" i="1" kern="1200" dirty="0">
                          <a:solidFill>
                            <a:schemeClr val="tx1"/>
                          </a:solidFill>
                          <a:latin typeface="Times New Roman" panose="02020603050405020304" pitchFamily="18" charset="0"/>
                          <a:ea typeface="+mn-ea"/>
                          <a:cs typeface="Times New Roman" panose="02020603050405020304" pitchFamily="18" charset="0"/>
                        </a:rPr>
                        <a:t> </a:t>
                      </a:r>
                      <a:r>
                        <a:rPr lang="en-US" sz="700" i="1" kern="1200" dirty="0" err="1">
                          <a:solidFill>
                            <a:schemeClr val="tx1"/>
                          </a:solidFill>
                          <a:latin typeface="Times New Roman" panose="02020603050405020304" pitchFamily="18" charset="0"/>
                          <a:ea typeface="+mn-ea"/>
                          <a:cs typeface="Times New Roman" panose="02020603050405020304" pitchFamily="18" charset="0"/>
                        </a:rPr>
                        <a:t>thu</a:t>
                      </a:r>
                      <a:r>
                        <a:rPr lang="en-US" sz="700" i="1" kern="1200" dirty="0">
                          <a:solidFill>
                            <a:schemeClr val="tx1"/>
                          </a:solidFill>
                          <a:latin typeface="Times New Roman" panose="02020603050405020304" pitchFamily="18" charset="0"/>
                          <a:ea typeface="+mn-ea"/>
                          <a:cs typeface="Times New Roman" panose="02020603050405020304" pitchFamily="18" charset="0"/>
                        </a:rPr>
                        <a:t> </a:t>
                      </a:r>
                      <a:r>
                        <a:rPr lang="en-US" sz="700" i="1" kern="1200" dirty="0" err="1">
                          <a:solidFill>
                            <a:schemeClr val="tx1"/>
                          </a:solidFill>
                          <a:latin typeface="Times New Roman" panose="02020603050405020304" pitchFamily="18" charset="0"/>
                          <a:ea typeface="+mn-ea"/>
                          <a:cs typeface="Times New Roman" panose="02020603050405020304" pitchFamily="18" charset="0"/>
                        </a:rPr>
                        <a:t>đề</a:t>
                      </a:r>
                      <a:r>
                        <a:rPr lang="en-US" sz="700" i="1" kern="1200" dirty="0">
                          <a:solidFill>
                            <a:schemeClr val="tx1"/>
                          </a:solidFill>
                          <a:latin typeface="Times New Roman" panose="02020603050405020304" pitchFamily="18" charset="0"/>
                          <a:ea typeface="+mn-ea"/>
                          <a:cs typeface="Times New Roman" panose="02020603050405020304" pitchFamily="18" charset="0"/>
                        </a:rPr>
                        <a:t> </a:t>
                      </a:r>
                      <a:r>
                        <a:rPr lang="en-US" sz="700" i="1" kern="1200" dirty="0" err="1">
                          <a:solidFill>
                            <a:schemeClr val="tx1"/>
                          </a:solidFill>
                          <a:latin typeface="Times New Roman" panose="02020603050405020304" pitchFamily="18" charset="0"/>
                          <a:ea typeface="+mn-ea"/>
                          <a:cs typeface="Times New Roman" panose="02020603050405020304" pitchFamily="18" charset="0"/>
                        </a:rPr>
                        <a:t>tài</a:t>
                      </a:r>
                      <a:r>
                        <a:rPr lang="en-US" sz="700" i="1" kern="1200" dirty="0">
                          <a:solidFill>
                            <a:schemeClr val="tx1"/>
                          </a:solidFill>
                          <a:latin typeface="Times New Roman" panose="02020603050405020304" pitchFamily="18" charset="0"/>
                          <a:ea typeface="+mn-ea"/>
                          <a:cs typeface="Times New Roman" panose="02020603050405020304" pitchFamily="18" charset="0"/>
                        </a:rPr>
                        <a:t> </a:t>
                      </a:r>
                      <a:r>
                        <a:rPr lang="vi-VN" sz="700" b="1" i="1" kern="1200" dirty="0">
                          <a:solidFill>
                            <a:schemeClr val="tx1"/>
                          </a:solidFill>
                          <a:latin typeface="Times New Roman" panose="02020603050405020304" pitchFamily="18" charset="0"/>
                          <a:ea typeface="+mn-ea"/>
                          <a:cs typeface="Times New Roman" panose="02020603050405020304" pitchFamily="18" charset="0"/>
                        </a:rPr>
                        <a:t>BM0</a:t>
                      </a:r>
                      <a:r>
                        <a:rPr lang="en-US" sz="700" b="1" i="1" kern="1200" dirty="0">
                          <a:solidFill>
                            <a:schemeClr val="tx1"/>
                          </a:solidFill>
                          <a:latin typeface="Times New Roman" panose="02020603050405020304" pitchFamily="18" charset="0"/>
                          <a:ea typeface="+mn-ea"/>
                          <a:cs typeface="Times New Roman" panose="02020603050405020304" pitchFamily="18" charset="0"/>
                        </a:rPr>
                        <a:t>3</a:t>
                      </a:r>
                      <a:r>
                        <a:rPr lang="vi-VN" sz="700" b="1" i="1" kern="1200" dirty="0">
                          <a:solidFill>
                            <a:schemeClr val="tx1"/>
                          </a:solidFill>
                          <a:latin typeface="Times New Roman" panose="02020603050405020304" pitchFamily="18" charset="0"/>
                          <a:ea typeface="+mn-ea"/>
                          <a:cs typeface="Times New Roman" panose="02020603050405020304" pitchFamily="18" charset="0"/>
                        </a:rPr>
                        <a:t>/QT.KHCN.0</a:t>
                      </a:r>
                      <a:r>
                        <a:rPr lang="en-US" sz="700" b="1" i="1" kern="1200" dirty="0">
                          <a:solidFill>
                            <a:schemeClr val="tx1"/>
                          </a:solidFill>
                          <a:latin typeface="Times New Roman" panose="02020603050405020304" pitchFamily="18" charset="0"/>
                          <a:ea typeface="+mn-ea"/>
                          <a:cs typeface="Times New Roman" panose="02020603050405020304" pitchFamily="18" charset="0"/>
                        </a:rPr>
                        <a:t>4</a:t>
                      </a:r>
                      <a:r>
                        <a:rPr lang="vi-VN" sz="700" i="1" kern="1200" dirty="0">
                          <a:solidFill>
                            <a:schemeClr val="tx1"/>
                          </a:solidFill>
                          <a:latin typeface="Times New Roman" panose="02020603050405020304" pitchFamily="18" charset="0"/>
                          <a:ea typeface="+mn-ea"/>
                          <a:cs typeface="Times New Roman" panose="02020603050405020304" pitchFamily="18" charset="0"/>
                        </a:rPr>
                        <a:t>: Quyết định thành lập HĐNT</a:t>
                      </a:r>
                      <a:endParaRPr lang="en-US" sz="700" i="1" kern="1200" dirty="0">
                        <a:solidFill>
                          <a:schemeClr val="tx1"/>
                        </a:solidFill>
                        <a:latin typeface="Times New Roman" panose="02020603050405020304" pitchFamily="18" charset="0"/>
                        <a:ea typeface="+mn-ea"/>
                        <a:cs typeface="Times New Roman" panose="02020603050405020304" pitchFamily="18" charset="0"/>
                      </a:endParaRPr>
                    </a:p>
                    <a:p>
                      <a:pPr marL="0" marR="0" lvl="0" indent="0" algn="l" defTabSz="862431" rtl="0" eaLnBrk="1" fontAlgn="auto" latinLnBrk="0" hangingPunct="1">
                        <a:lnSpc>
                          <a:spcPct val="100000"/>
                        </a:lnSpc>
                        <a:spcBef>
                          <a:spcPts val="0"/>
                        </a:spcBef>
                        <a:spcAft>
                          <a:spcPts val="0"/>
                        </a:spcAft>
                        <a:buClrTx/>
                        <a:buSzTx/>
                        <a:buFontTx/>
                        <a:buNone/>
                        <a:tabLst/>
                        <a:defRPr/>
                      </a:pPr>
                      <a:r>
                        <a:rPr lang="vi-VN" sz="700" b="1" i="1" kern="1200" dirty="0">
                          <a:solidFill>
                            <a:schemeClr val="tx1"/>
                          </a:solidFill>
                          <a:latin typeface="Times New Roman" panose="02020603050405020304" pitchFamily="18" charset="0"/>
                          <a:ea typeface="+mn-ea"/>
                          <a:cs typeface="Times New Roman" panose="02020603050405020304" pitchFamily="18" charset="0"/>
                        </a:rPr>
                        <a:t>BM0</a:t>
                      </a:r>
                      <a:r>
                        <a:rPr lang="en-US" sz="700" b="1" i="1" kern="1200" dirty="0">
                          <a:solidFill>
                            <a:schemeClr val="tx1"/>
                          </a:solidFill>
                          <a:latin typeface="Times New Roman" panose="02020603050405020304" pitchFamily="18" charset="0"/>
                          <a:ea typeface="+mn-ea"/>
                          <a:cs typeface="Times New Roman" panose="02020603050405020304" pitchFamily="18" charset="0"/>
                        </a:rPr>
                        <a:t>4</a:t>
                      </a:r>
                      <a:r>
                        <a:rPr lang="vi-VN" sz="700" b="1" i="1" kern="1200" dirty="0">
                          <a:solidFill>
                            <a:schemeClr val="tx1"/>
                          </a:solidFill>
                          <a:latin typeface="Times New Roman" panose="02020603050405020304" pitchFamily="18" charset="0"/>
                          <a:ea typeface="+mn-ea"/>
                          <a:cs typeface="Times New Roman" panose="02020603050405020304" pitchFamily="18" charset="0"/>
                        </a:rPr>
                        <a:t>/QT.KHCN.0</a:t>
                      </a:r>
                      <a:r>
                        <a:rPr lang="en-US" sz="700" b="1" i="1" kern="1200" dirty="0">
                          <a:solidFill>
                            <a:schemeClr val="tx1"/>
                          </a:solidFill>
                          <a:latin typeface="Times New Roman" panose="02020603050405020304" pitchFamily="18" charset="0"/>
                          <a:ea typeface="+mn-ea"/>
                          <a:cs typeface="Times New Roman" panose="02020603050405020304" pitchFamily="18" charset="0"/>
                        </a:rPr>
                        <a:t>4</a:t>
                      </a:r>
                      <a:r>
                        <a:rPr lang="vi-VN" sz="700" i="1" kern="1200" dirty="0">
                          <a:solidFill>
                            <a:schemeClr val="tx1"/>
                          </a:solidFill>
                          <a:latin typeface="Times New Roman" panose="02020603050405020304" pitchFamily="18" charset="0"/>
                          <a:ea typeface="+mn-ea"/>
                          <a:cs typeface="Times New Roman" panose="02020603050405020304" pitchFamily="18" charset="0"/>
                        </a:rPr>
                        <a:t>: Phiếu đánh giá kết quả thực hiện đề tài</a:t>
                      </a:r>
                      <a:endParaRPr lang="en-US" sz="700" i="1" kern="1200" dirty="0">
                        <a:solidFill>
                          <a:schemeClr val="tx1"/>
                        </a:solidFill>
                        <a:latin typeface="Times New Roman" panose="02020603050405020304" pitchFamily="18" charset="0"/>
                        <a:ea typeface="+mn-ea"/>
                        <a:cs typeface="Times New Roman" panose="02020603050405020304" pitchFamily="18" charset="0"/>
                      </a:endParaRPr>
                    </a:p>
                    <a:p>
                      <a:pPr marL="0" marR="0" lvl="0" indent="0" algn="l" defTabSz="862431" rtl="0" eaLnBrk="1" fontAlgn="auto" latinLnBrk="0" hangingPunct="1">
                        <a:lnSpc>
                          <a:spcPct val="100000"/>
                        </a:lnSpc>
                        <a:spcBef>
                          <a:spcPts val="0"/>
                        </a:spcBef>
                        <a:spcAft>
                          <a:spcPts val="0"/>
                        </a:spcAft>
                        <a:buClrTx/>
                        <a:buSzTx/>
                        <a:buFontTx/>
                        <a:buNone/>
                        <a:tabLst/>
                        <a:defRPr/>
                      </a:pPr>
                      <a:r>
                        <a:rPr lang="vi-VN" sz="700" b="1" i="1" kern="1200" dirty="0">
                          <a:solidFill>
                            <a:schemeClr val="tx1"/>
                          </a:solidFill>
                          <a:latin typeface="Times New Roman" panose="02020603050405020304" pitchFamily="18" charset="0"/>
                          <a:ea typeface="+mn-ea"/>
                          <a:cs typeface="Times New Roman" panose="02020603050405020304" pitchFamily="18" charset="0"/>
                        </a:rPr>
                        <a:t>BM0</a:t>
                      </a:r>
                      <a:r>
                        <a:rPr lang="en-US" sz="700" b="1" i="1" kern="1200" dirty="0">
                          <a:solidFill>
                            <a:schemeClr val="tx1"/>
                          </a:solidFill>
                          <a:latin typeface="Times New Roman" panose="02020603050405020304" pitchFamily="18" charset="0"/>
                          <a:ea typeface="+mn-ea"/>
                          <a:cs typeface="Times New Roman" panose="02020603050405020304" pitchFamily="18" charset="0"/>
                        </a:rPr>
                        <a:t>5</a:t>
                      </a:r>
                      <a:r>
                        <a:rPr lang="vi-VN" sz="700" b="1" i="1" kern="1200" dirty="0">
                          <a:solidFill>
                            <a:schemeClr val="tx1"/>
                          </a:solidFill>
                          <a:latin typeface="Times New Roman" panose="02020603050405020304" pitchFamily="18" charset="0"/>
                          <a:ea typeface="+mn-ea"/>
                          <a:cs typeface="Times New Roman" panose="02020603050405020304" pitchFamily="18" charset="0"/>
                        </a:rPr>
                        <a:t>/QT.KHCN.0</a:t>
                      </a:r>
                      <a:r>
                        <a:rPr lang="en-US" sz="700" b="1" i="1" kern="1200" dirty="0">
                          <a:solidFill>
                            <a:schemeClr val="tx1"/>
                          </a:solidFill>
                          <a:latin typeface="Times New Roman" panose="02020603050405020304" pitchFamily="18" charset="0"/>
                          <a:ea typeface="+mn-ea"/>
                          <a:cs typeface="Times New Roman" panose="02020603050405020304" pitchFamily="18" charset="0"/>
                        </a:rPr>
                        <a:t>4</a:t>
                      </a:r>
                      <a:r>
                        <a:rPr lang="vi-VN" sz="700" i="1" kern="1200" dirty="0">
                          <a:solidFill>
                            <a:schemeClr val="tx1"/>
                          </a:solidFill>
                          <a:latin typeface="Times New Roman" panose="02020603050405020304" pitchFamily="18" charset="0"/>
                          <a:ea typeface="+mn-ea"/>
                          <a:cs typeface="Times New Roman" panose="02020603050405020304" pitchFamily="18" charset="0"/>
                        </a:rPr>
                        <a:t>: </a:t>
                      </a:r>
                      <a:r>
                        <a:rPr kumimoji="0" lang="vi-VN" sz="7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Biên bản họp Hội đồng đánh giá, nghiệm thu</a:t>
                      </a:r>
                      <a:endParaRPr kumimoji="0" lang="en-US" sz="7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noFill/>
                  </a:tcPr>
                </a:tc>
                <a:tc>
                  <a:txBody>
                    <a:bodyPr/>
                    <a:lstStyle/>
                    <a:p>
                      <a:endParaRPr lang="vi-VN" sz="7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solidFill>
                      <a:srgbClr val="A20000"/>
                    </a:solidFill>
                  </a:tcPr>
                </a:tc>
                <a:tc>
                  <a:txBody>
                    <a:bodyPr/>
                    <a:lstStyle/>
                    <a:p>
                      <a:pPr algn="ctr"/>
                      <a:r>
                        <a:rPr lang="vi-VN" sz="700" b="1" dirty="0">
                          <a:latin typeface="+mj-lt"/>
                        </a:rPr>
                        <a:t>ĐƠN VỊ SOẠN THẢO</a:t>
                      </a:r>
                    </a:p>
                    <a:p>
                      <a:pPr algn="ctr"/>
                      <a:r>
                        <a:rPr lang="vi-VN" sz="700" b="1" dirty="0">
                          <a:latin typeface="+mj-lt"/>
                        </a:rPr>
                        <a:t>P. KHOA HỌC CÔNG NGHỆ</a:t>
                      </a:r>
                    </a:p>
                    <a:p>
                      <a:pPr algn="ctr"/>
                      <a:endParaRPr lang="vi-VN" sz="700" b="1" dirty="0">
                        <a:latin typeface="+mj-lt"/>
                      </a:endParaRPr>
                    </a:p>
                    <a:p>
                      <a:pPr algn="ctr"/>
                      <a:endParaRPr lang="en-US" sz="700" b="1" dirty="0">
                        <a:latin typeface="+mj-lt"/>
                      </a:endParaRPr>
                    </a:p>
                    <a:p>
                      <a:pPr algn="ctr"/>
                      <a:endParaRPr lang="en-US" sz="700" b="1" dirty="0">
                        <a:latin typeface="+mj-lt"/>
                      </a:endParaRPr>
                    </a:p>
                    <a:p>
                      <a:pPr algn="ctr"/>
                      <a:endParaRPr lang="en-US" sz="700" b="1" dirty="0">
                        <a:latin typeface="+mj-lt"/>
                      </a:endParaRPr>
                    </a:p>
                    <a:p>
                      <a:pPr algn="ctr"/>
                      <a:endParaRPr lang="vi-VN" sz="700" b="1" dirty="0">
                        <a:latin typeface="+mj-lt"/>
                      </a:endParaRPr>
                    </a:p>
                    <a:p>
                      <a:pPr algn="ctr"/>
                      <a:endParaRPr lang="vi-VN" sz="700" b="1" dirty="0">
                        <a:latin typeface="+mj-lt"/>
                      </a:endParaRPr>
                    </a:p>
                    <a:p>
                      <a:pPr algn="ctr"/>
                      <a:r>
                        <a:rPr lang="en-US" sz="700" b="1" dirty="0">
                          <a:latin typeface="Times New Roman" panose="02020603050405020304" pitchFamily="18" charset="0"/>
                          <a:cs typeface="Times New Roman" panose="02020603050405020304" pitchFamily="18" charset="0"/>
                        </a:rPr>
                        <a:t>TS. Nguyễn </a:t>
                      </a:r>
                      <a:r>
                        <a:rPr lang="en-US" sz="700" b="1" dirty="0" err="1">
                          <a:latin typeface="Times New Roman" panose="02020603050405020304" pitchFamily="18" charset="0"/>
                          <a:cs typeface="Times New Roman" panose="02020603050405020304" pitchFamily="18" charset="0"/>
                        </a:rPr>
                        <a:t>Thành</a:t>
                      </a:r>
                      <a:r>
                        <a:rPr lang="en-US" sz="700" b="1" dirty="0">
                          <a:latin typeface="Times New Roman" panose="02020603050405020304" pitchFamily="18" charset="0"/>
                          <a:cs typeface="Times New Roman" panose="02020603050405020304" pitchFamily="18" charset="0"/>
                        </a:rPr>
                        <a:t> </a:t>
                      </a:r>
                      <a:r>
                        <a:rPr lang="en-US" sz="700" b="1" dirty="0" err="1">
                          <a:latin typeface="Times New Roman" panose="02020603050405020304" pitchFamily="18" charset="0"/>
                          <a:cs typeface="Times New Roman" panose="02020603050405020304" pitchFamily="18" charset="0"/>
                        </a:rPr>
                        <a:t>Công</a:t>
                      </a:r>
                      <a:endParaRPr lang="vi-VN" sz="700" b="1" dirty="0">
                        <a:latin typeface="Times New Roman" panose="02020603050405020304" pitchFamily="18" charset="0"/>
                        <a:cs typeface="Times New Roman" panose="02020603050405020304" pitchFamily="18" charset="0"/>
                      </a:endParaRP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noFill/>
                  </a:tcPr>
                </a:tc>
                <a:tc>
                  <a:txBody>
                    <a:bodyPr/>
                    <a:lstStyle/>
                    <a:p>
                      <a:pPr algn="ctr"/>
                      <a:r>
                        <a:rPr lang="vi-VN" sz="700" b="1" dirty="0">
                          <a:latin typeface="+mj-lt"/>
                        </a:rPr>
                        <a:t>ĐƠN VỊ KIỂM TRA</a:t>
                      </a:r>
                    </a:p>
                    <a:p>
                      <a:pPr algn="ctr"/>
                      <a:r>
                        <a:rPr lang="vi-VN" sz="700" b="1" dirty="0">
                          <a:latin typeface="+mj-lt"/>
                        </a:rPr>
                        <a:t>P. ĐBCL&amp;KĐ</a:t>
                      </a:r>
                    </a:p>
                    <a:p>
                      <a:pPr algn="ctr"/>
                      <a:endParaRPr lang="en-US" sz="700" b="1" dirty="0">
                        <a:latin typeface="+mj-lt"/>
                      </a:endParaRPr>
                    </a:p>
                    <a:p>
                      <a:pPr algn="ctr"/>
                      <a:endParaRPr lang="en-US" sz="700" b="1" dirty="0">
                        <a:latin typeface="+mj-lt"/>
                      </a:endParaRPr>
                    </a:p>
                    <a:p>
                      <a:pPr algn="ctr"/>
                      <a:endParaRPr lang="en-US" sz="700" b="1" dirty="0">
                        <a:latin typeface="+mj-lt"/>
                      </a:endParaRPr>
                    </a:p>
                    <a:p>
                      <a:pPr algn="ctr"/>
                      <a:endParaRPr lang="en-US" sz="700" b="1" dirty="0">
                        <a:latin typeface="+mj-lt"/>
                      </a:endParaRPr>
                    </a:p>
                    <a:p>
                      <a:pPr algn="ctr"/>
                      <a:endParaRPr lang="en-US" sz="700" b="1" dirty="0">
                        <a:latin typeface="+mj-lt"/>
                      </a:endParaRPr>
                    </a:p>
                    <a:p>
                      <a:pPr algn="ctr"/>
                      <a:endParaRPr lang="en-US" sz="700" b="1" dirty="0">
                        <a:latin typeface="+mj-lt"/>
                      </a:endParaRPr>
                    </a:p>
                    <a:p>
                      <a:pPr algn="ctr"/>
                      <a:r>
                        <a:rPr lang="en-US" sz="700" b="1" dirty="0">
                          <a:latin typeface="+mj-lt"/>
                        </a:rPr>
                        <a:t>..…………….………………….</a:t>
                      </a:r>
                      <a:endParaRPr lang="vi-VN" sz="700" b="1" dirty="0">
                        <a:latin typeface="+mj-lt"/>
                      </a:endParaRPr>
                    </a:p>
                  </a:txBody>
                  <a:tcPr>
                    <a:lnT w="3175" cap="flat" cmpd="sng" algn="ctr">
                      <a:solidFill>
                        <a:schemeClr val="tx1"/>
                      </a:solidFill>
                      <a:prstDash val="solid"/>
                      <a:round/>
                      <a:headEnd type="none" w="med" len="med"/>
                      <a:tailEnd type="none" w="med" len="med"/>
                    </a:lnT>
                    <a:noFill/>
                  </a:tcPr>
                </a:tc>
                <a:tc>
                  <a:txBody>
                    <a:bodyPr/>
                    <a:lstStyle/>
                    <a:p>
                      <a:pPr algn="ctr"/>
                      <a:r>
                        <a:rPr lang="vi-VN" sz="700" b="1" dirty="0">
                          <a:latin typeface="+mj-lt"/>
                        </a:rPr>
                        <a:t>PHÊ DUYỆT</a:t>
                      </a:r>
                    </a:p>
                    <a:p>
                      <a:pPr algn="ctr"/>
                      <a:r>
                        <a:rPr lang="vi-VN" sz="700" b="1" dirty="0">
                          <a:latin typeface="+mj-lt"/>
                        </a:rPr>
                        <a:t>HIỆU TRƯỞNG</a:t>
                      </a:r>
                    </a:p>
                    <a:p>
                      <a:pPr algn="ctr"/>
                      <a:endParaRPr lang="en-US" sz="700" b="1" dirty="0">
                        <a:latin typeface="+mj-lt"/>
                      </a:endParaRPr>
                    </a:p>
                    <a:p>
                      <a:pPr algn="ctr"/>
                      <a:endParaRPr lang="en-US" sz="700" b="1" dirty="0">
                        <a:latin typeface="+mj-lt"/>
                      </a:endParaRPr>
                    </a:p>
                    <a:p>
                      <a:pPr algn="ctr"/>
                      <a:endParaRPr lang="en-US" sz="700" b="1" dirty="0">
                        <a:latin typeface="+mj-lt"/>
                      </a:endParaRPr>
                    </a:p>
                    <a:p>
                      <a:pPr algn="ctr"/>
                      <a:endParaRPr lang="en-US" sz="700" b="1" dirty="0">
                        <a:latin typeface="+mj-lt"/>
                      </a:endParaRPr>
                    </a:p>
                    <a:p>
                      <a:pPr algn="ctr"/>
                      <a:endParaRPr lang="en-US" sz="700" b="1" dirty="0">
                        <a:latin typeface="+mj-lt"/>
                      </a:endParaRPr>
                    </a:p>
                    <a:p>
                      <a:pPr algn="ctr"/>
                      <a:endParaRPr lang="en-US" sz="700" b="1" dirty="0">
                        <a:latin typeface="+mj-lt"/>
                      </a:endParaRPr>
                    </a:p>
                    <a:p>
                      <a:pPr algn="ctr"/>
                      <a:r>
                        <a:rPr lang="en-US" sz="700" b="1" dirty="0">
                          <a:latin typeface="+mj-lt"/>
                        </a:rPr>
                        <a:t>…………………………………………….</a:t>
                      </a:r>
                      <a:endParaRPr lang="vi-VN" sz="700" b="1" dirty="0">
                        <a:latin typeface="+mj-lt"/>
                      </a:endParaRPr>
                    </a:p>
                  </a:txBody>
                  <a:tcPr>
                    <a:lnT w="3175"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211100279"/>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769</TotalTime>
  <Words>627</Words>
  <Application>Microsoft Office PowerPoint</Application>
  <PresentationFormat>Custom</PresentationFormat>
  <Paragraphs>101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Times New Roman</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Thiên nguyễn  truong thiên</dc:creator>
  <cp:keywords/>
  <dc:description>generated using python-pptx</dc:description>
  <cp:lastModifiedBy>ý nguyễn  truong thiên</cp:lastModifiedBy>
  <cp:revision>62</cp:revision>
  <dcterms:created xsi:type="dcterms:W3CDTF">2013-01-27T09:14:16Z</dcterms:created>
  <dcterms:modified xsi:type="dcterms:W3CDTF">2025-09-15T07:45:01Z</dcterms:modified>
  <cp:category/>
</cp:coreProperties>
</file>